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305" r:id="rId4"/>
    <p:sldId id="306" r:id="rId5"/>
    <p:sldId id="307" r:id="rId6"/>
    <p:sldId id="308" r:id="rId7"/>
    <p:sldId id="309" r:id="rId8"/>
    <p:sldId id="310" r:id="rId9"/>
    <p:sldId id="311" r:id="rId10"/>
    <p:sldId id="312" r:id="rId11"/>
    <p:sldId id="313" r:id="rId12"/>
    <p:sldId id="314" r:id="rId13"/>
    <p:sldId id="315" r:id="rId14"/>
    <p:sldId id="316" r:id="rId15"/>
    <p:sldId id="275" r:id="rId16"/>
    <p:sldId id="278" r:id="rId17"/>
    <p:sldId id="276" r:id="rId18"/>
    <p:sldId id="279" r:id="rId19"/>
    <p:sldId id="277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9" r:id="rId29"/>
    <p:sldId id="302" r:id="rId30"/>
    <p:sldId id="303" r:id="rId31"/>
    <p:sldId id="304" r:id="rId32"/>
    <p:sldId id="288" r:id="rId33"/>
    <p:sldId id="290" r:id="rId34"/>
    <p:sldId id="291" r:id="rId35"/>
    <p:sldId id="292" r:id="rId36"/>
    <p:sldId id="293" r:id="rId37"/>
    <p:sldId id="294" r:id="rId38"/>
    <p:sldId id="295" r:id="rId39"/>
    <p:sldId id="301" r:id="rId40"/>
    <p:sldId id="296" r:id="rId41"/>
    <p:sldId id="297" r:id="rId42"/>
    <p:sldId id="298" r:id="rId43"/>
    <p:sldId id="299" r:id="rId44"/>
    <p:sldId id="300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8CD5C9-9074-BB4C-9B0C-AE9F96B0C627}">
          <p14:sldIdLst>
            <p14:sldId id="256"/>
            <p14:sldId id="27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</p14:sldIdLst>
        </p14:section>
        <p14:section name="Calling Functions" id="{C6FAEADE-7D59-7143-8FAC-1A69B7778047}">
          <p14:sldIdLst>
            <p14:sldId id="275"/>
            <p14:sldId id="278"/>
            <p14:sldId id="276"/>
            <p14:sldId id="279"/>
            <p14:sldId id="277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9"/>
            <p14:sldId id="302"/>
            <p14:sldId id="303"/>
            <p14:sldId id="304"/>
            <p14:sldId id="288"/>
            <p14:sldId id="290"/>
            <p14:sldId id="291"/>
            <p14:sldId id="292"/>
            <p14:sldId id="293"/>
            <p14:sldId id="294"/>
            <p14:sldId id="295"/>
            <p14:sldId id="301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791D91-5D6E-E549-BBA9-DB05ACBA0DAB}" v="23" dt="2026-01-12T19:31:46.3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4"/>
    <p:restoredTop sz="96333"/>
  </p:normalViewPr>
  <p:slideViewPr>
    <p:cSldViewPr snapToGrid="0">
      <p:cViewPr varScale="1">
        <p:scale>
          <a:sx n="147" d="100"/>
          <a:sy n="147" d="100"/>
        </p:scale>
        <p:origin x="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modSld sldOrd modSection">
      <pc:chgData name="Toby Donaldson" userId="2e6e5431-bb17-4c41-9985-d39c50d83c73" providerId="ADAL" clId="{F31BC264-820E-54C4-A6D1-F92AF9CC222E}" dt="2026-01-12T19:33:45.558" v="872" actId="1076"/>
      <pc:docMkLst>
        <pc:docMk/>
      </pc:docMkLst>
      <pc:sldChg chg="addSp delSp modSp new mod">
        <pc:chgData name="Toby Donaldson" userId="2e6e5431-bb17-4c41-9985-d39c50d83c73" providerId="ADAL" clId="{F31BC264-820E-54C4-A6D1-F92AF9CC222E}" dt="2026-01-12T19:23:10.935" v="474" actId="207"/>
        <pc:sldMkLst>
          <pc:docMk/>
          <pc:sldMk cId="1606110828" sldId="305"/>
        </pc:sldMkLst>
        <pc:spChg chg="mod">
          <ac:chgData name="Toby Donaldson" userId="2e6e5431-bb17-4c41-9985-d39c50d83c73" providerId="ADAL" clId="{F31BC264-820E-54C4-A6D1-F92AF9CC222E}" dt="2026-01-12T19:09:27.234" v="39" actId="1076"/>
          <ac:spMkLst>
            <pc:docMk/>
            <pc:sldMk cId="1606110828" sldId="305"/>
            <ac:spMk id="2" creationId="{8C72D098-3B50-6CBC-2F93-EAF51E9DEE4E}"/>
          </ac:spMkLst>
        </pc:spChg>
        <pc:spChg chg="del">
          <ac:chgData name="Toby Donaldson" userId="2e6e5431-bb17-4c41-9985-d39c50d83c73" providerId="ADAL" clId="{F31BC264-820E-54C4-A6D1-F92AF9CC222E}" dt="2026-01-12T19:08:18.608" v="1" actId="21"/>
          <ac:spMkLst>
            <pc:docMk/>
            <pc:sldMk cId="1606110828" sldId="305"/>
            <ac:spMk id="3" creationId="{F2C937C6-CE46-5507-D4E1-AE11E2E71D1F}"/>
          </ac:spMkLst>
        </pc:spChg>
        <pc:spChg chg="add del mod">
          <ac:chgData name="Toby Donaldson" userId="2e6e5431-bb17-4c41-9985-d39c50d83c73" providerId="ADAL" clId="{F31BC264-820E-54C4-A6D1-F92AF9CC222E}" dt="2026-01-12T19:08:27.098" v="6"/>
          <ac:spMkLst>
            <pc:docMk/>
            <pc:sldMk cId="1606110828" sldId="305"/>
            <ac:spMk id="4" creationId="{6906E02C-7030-74CB-DE53-D8B673099C82}"/>
          </ac:spMkLst>
        </pc:spChg>
        <pc:spChg chg="add del mod">
          <ac:chgData name="Toby Donaldson" userId="2e6e5431-bb17-4c41-9985-d39c50d83c73" providerId="ADAL" clId="{F31BC264-820E-54C4-A6D1-F92AF9CC222E}" dt="2026-01-12T19:08:25.421" v="4" actId="21"/>
          <ac:spMkLst>
            <pc:docMk/>
            <pc:sldMk cId="1606110828" sldId="305"/>
            <ac:spMk id="5" creationId="{CDF47221-3892-11E5-262D-AF15051AA1A6}"/>
          </ac:spMkLst>
        </pc:spChg>
        <pc:spChg chg="add mod">
          <ac:chgData name="Toby Donaldson" userId="2e6e5431-bb17-4c41-9985-d39c50d83c73" providerId="ADAL" clId="{F31BC264-820E-54C4-A6D1-F92AF9CC222E}" dt="2026-01-12T19:23:10.935" v="474" actId="207"/>
          <ac:spMkLst>
            <pc:docMk/>
            <pc:sldMk cId="1606110828" sldId="305"/>
            <ac:spMk id="6" creationId="{AB54A1E8-3E56-59E2-A064-DD2A84B0E781}"/>
          </ac:spMkLst>
        </pc:spChg>
        <pc:spChg chg="add mod">
          <ac:chgData name="Toby Donaldson" userId="2e6e5431-bb17-4c41-9985-d39c50d83c73" providerId="ADAL" clId="{F31BC264-820E-54C4-A6D1-F92AF9CC222E}" dt="2026-01-12T19:11:28.235" v="102" actId="20577"/>
          <ac:spMkLst>
            <pc:docMk/>
            <pc:sldMk cId="1606110828" sldId="305"/>
            <ac:spMk id="7" creationId="{F293C74A-40BE-58E3-6D5E-E5BB47763BB8}"/>
          </ac:spMkLst>
        </pc:spChg>
        <pc:spChg chg="mod">
          <ac:chgData name="Toby Donaldson" userId="2e6e5431-bb17-4c41-9985-d39c50d83c73" providerId="ADAL" clId="{F31BC264-820E-54C4-A6D1-F92AF9CC222E}" dt="2026-01-12T19:10:26.283" v="79" actId="20577"/>
          <ac:spMkLst>
            <pc:docMk/>
            <pc:sldMk cId="1606110828" sldId="305"/>
            <ac:spMk id="9" creationId="{D40E3FBC-5AAB-D4C4-E68C-411870FF4398}"/>
          </ac:spMkLst>
        </pc:spChg>
        <pc:spChg chg="mod">
          <ac:chgData name="Toby Donaldson" userId="2e6e5431-bb17-4c41-9985-d39c50d83c73" providerId="ADAL" clId="{F31BC264-820E-54C4-A6D1-F92AF9CC222E}" dt="2026-01-12T19:10:23.793" v="78" actId="20577"/>
          <ac:spMkLst>
            <pc:docMk/>
            <pc:sldMk cId="1606110828" sldId="305"/>
            <ac:spMk id="10" creationId="{E95D91B1-8D2B-C1E2-0437-BE0EF7188FAA}"/>
          </ac:spMkLst>
        </pc:spChg>
        <pc:spChg chg="mod">
          <ac:chgData name="Toby Donaldson" userId="2e6e5431-bb17-4c41-9985-d39c50d83c73" providerId="ADAL" clId="{F31BC264-820E-54C4-A6D1-F92AF9CC222E}" dt="2026-01-12T19:11:00.520" v="86" actId="20577"/>
          <ac:spMkLst>
            <pc:docMk/>
            <pc:sldMk cId="1606110828" sldId="305"/>
            <ac:spMk id="12" creationId="{4DB61F48-D147-AC81-C221-A201094F7143}"/>
          </ac:spMkLst>
        </pc:spChg>
        <pc:spChg chg="mod">
          <ac:chgData name="Toby Donaldson" userId="2e6e5431-bb17-4c41-9985-d39c50d83c73" providerId="ADAL" clId="{F31BC264-820E-54C4-A6D1-F92AF9CC222E}" dt="2026-01-12T19:10:37.850" v="82" actId="20577"/>
          <ac:spMkLst>
            <pc:docMk/>
            <pc:sldMk cId="1606110828" sldId="305"/>
            <ac:spMk id="13" creationId="{09CD0C22-3B2A-9749-208B-B71F340C2E05}"/>
          </ac:spMkLst>
        </pc:spChg>
        <pc:spChg chg="add del mod">
          <ac:chgData name="Toby Donaldson" userId="2e6e5431-bb17-4c41-9985-d39c50d83c73" providerId="ADAL" clId="{F31BC264-820E-54C4-A6D1-F92AF9CC222E}" dt="2026-01-12T19:13:36.464" v="121" actId="21"/>
          <ac:spMkLst>
            <pc:docMk/>
            <pc:sldMk cId="1606110828" sldId="305"/>
            <ac:spMk id="14" creationId="{6BAB1BB9-F8C5-D441-D042-EF1E1DC90622}"/>
          </ac:spMkLst>
        </pc:spChg>
        <pc:spChg chg="add del mod">
          <ac:chgData name="Toby Donaldson" userId="2e6e5431-bb17-4c41-9985-d39c50d83c73" providerId="ADAL" clId="{F31BC264-820E-54C4-A6D1-F92AF9CC222E}" dt="2026-01-12T19:13:36.464" v="121" actId="21"/>
          <ac:spMkLst>
            <pc:docMk/>
            <pc:sldMk cId="1606110828" sldId="305"/>
            <ac:spMk id="15" creationId="{0E18D8B9-930D-D610-8C8C-76B3CCB16749}"/>
          </ac:spMkLst>
        </pc:spChg>
        <pc:spChg chg="mod">
          <ac:chgData name="Toby Donaldson" userId="2e6e5431-bb17-4c41-9985-d39c50d83c73" providerId="ADAL" clId="{F31BC264-820E-54C4-A6D1-F92AF9CC222E}" dt="2026-01-12T19:12:10.779" v="109"/>
          <ac:spMkLst>
            <pc:docMk/>
            <pc:sldMk cId="1606110828" sldId="305"/>
            <ac:spMk id="17" creationId="{71748633-48B5-5DDF-EAB3-E1B6C7C68DD5}"/>
          </ac:spMkLst>
        </pc:spChg>
        <pc:spChg chg="mod">
          <ac:chgData name="Toby Donaldson" userId="2e6e5431-bb17-4c41-9985-d39c50d83c73" providerId="ADAL" clId="{F31BC264-820E-54C4-A6D1-F92AF9CC222E}" dt="2026-01-12T19:12:18.551" v="114" actId="20577"/>
          <ac:spMkLst>
            <pc:docMk/>
            <pc:sldMk cId="1606110828" sldId="305"/>
            <ac:spMk id="18" creationId="{6987E26F-7D0D-743B-C080-D85CB1CE5B1C}"/>
          </ac:spMkLst>
        </pc:spChg>
        <pc:grpChg chg="add mod">
          <ac:chgData name="Toby Donaldson" userId="2e6e5431-bb17-4c41-9985-d39c50d83c73" providerId="ADAL" clId="{F31BC264-820E-54C4-A6D1-F92AF9CC222E}" dt="2026-01-12T19:11:15.572" v="87" actId="1076"/>
          <ac:grpSpMkLst>
            <pc:docMk/>
            <pc:sldMk cId="1606110828" sldId="305"/>
            <ac:grpSpMk id="8" creationId="{46005AF3-F5E9-F95C-F95A-FADE3135C00B}"/>
          </ac:grpSpMkLst>
        </pc:grpChg>
        <pc:grpChg chg="add mod">
          <ac:chgData name="Toby Donaldson" userId="2e6e5431-bb17-4c41-9985-d39c50d83c73" providerId="ADAL" clId="{F31BC264-820E-54C4-A6D1-F92AF9CC222E}" dt="2026-01-12T19:11:15.572" v="87" actId="1076"/>
          <ac:grpSpMkLst>
            <pc:docMk/>
            <pc:sldMk cId="1606110828" sldId="305"/>
            <ac:grpSpMk id="11" creationId="{B2224E76-6E23-F544-CE96-A97CAA5BAC74}"/>
          </ac:grpSpMkLst>
        </pc:grpChg>
        <pc:grpChg chg="add del mod">
          <ac:chgData name="Toby Donaldson" userId="2e6e5431-bb17-4c41-9985-d39c50d83c73" providerId="ADAL" clId="{F31BC264-820E-54C4-A6D1-F92AF9CC222E}" dt="2026-01-12T19:13:33.327" v="120" actId="21"/>
          <ac:grpSpMkLst>
            <pc:docMk/>
            <pc:sldMk cId="1606110828" sldId="305"/>
            <ac:grpSpMk id="16" creationId="{F3B905E7-F614-DCE9-7446-21A83DB9B8F1}"/>
          </ac:grpSpMkLst>
        </pc:grpChg>
      </pc:sldChg>
      <pc:sldChg chg="addSp delSp modSp add mod">
        <pc:chgData name="Toby Donaldson" userId="2e6e5431-bb17-4c41-9985-d39c50d83c73" providerId="ADAL" clId="{F31BC264-820E-54C4-A6D1-F92AF9CC222E}" dt="2026-01-12T19:24:39.785" v="485" actId="207"/>
        <pc:sldMkLst>
          <pc:docMk/>
          <pc:sldMk cId="3953627407" sldId="306"/>
        </pc:sldMkLst>
        <pc:spChg chg="add del mod">
          <ac:chgData name="Toby Donaldson" userId="2e6e5431-bb17-4c41-9985-d39c50d83c73" providerId="ADAL" clId="{F31BC264-820E-54C4-A6D1-F92AF9CC222E}" dt="2026-01-12T19:15:39.128" v="136" actId="21"/>
          <ac:spMkLst>
            <pc:docMk/>
            <pc:sldMk cId="3953627407" sldId="306"/>
            <ac:spMk id="3" creationId="{D279A505-B3B2-7961-A66A-B07C177A4467}"/>
          </ac:spMkLst>
        </pc:spChg>
        <pc:spChg chg="mod">
          <ac:chgData name="Toby Donaldson" userId="2e6e5431-bb17-4c41-9985-d39c50d83c73" providerId="ADAL" clId="{F31BC264-820E-54C4-A6D1-F92AF9CC222E}" dt="2026-01-12T19:24:39.785" v="485" actId="207"/>
          <ac:spMkLst>
            <pc:docMk/>
            <pc:sldMk cId="3953627407" sldId="306"/>
            <ac:spMk id="6" creationId="{E42AAE16-1A8E-4DD8-DF75-01246FA77624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1-12T19:24:29.534" v="483" actId="207"/>
        <pc:sldMkLst>
          <pc:docMk/>
          <pc:sldMk cId="1403931594" sldId="307"/>
        </pc:sldMkLst>
        <pc:spChg chg="add mod">
          <ac:chgData name="Toby Donaldson" userId="2e6e5431-bb17-4c41-9985-d39c50d83c73" providerId="ADAL" clId="{F31BC264-820E-54C4-A6D1-F92AF9CC222E}" dt="2026-01-12T19:17:58.892" v="270" actId="2711"/>
          <ac:spMkLst>
            <pc:docMk/>
            <pc:sldMk cId="1403931594" sldId="307"/>
            <ac:spMk id="3" creationId="{AE7F2AD7-CAE2-65D2-9FB7-388B88BA1240}"/>
          </ac:spMkLst>
        </pc:spChg>
        <pc:spChg chg="mod">
          <ac:chgData name="Toby Donaldson" userId="2e6e5431-bb17-4c41-9985-d39c50d83c73" providerId="ADAL" clId="{F31BC264-820E-54C4-A6D1-F92AF9CC222E}" dt="2026-01-12T19:24:29.534" v="483" actId="207"/>
          <ac:spMkLst>
            <pc:docMk/>
            <pc:sldMk cId="1403931594" sldId="307"/>
            <ac:spMk id="6" creationId="{E00DDA28-6426-7FDF-715A-D8A3C99C8DCE}"/>
          </ac:spMkLst>
        </pc:spChg>
        <pc:spChg chg="mod">
          <ac:chgData name="Toby Donaldson" userId="2e6e5431-bb17-4c41-9985-d39c50d83c73" providerId="ADAL" clId="{F31BC264-820E-54C4-A6D1-F92AF9CC222E}" dt="2026-01-12T19:13:54.107" v="123" actId="207"/>
          <ac:spMkLst>
            <pc:docMk/>
            <pc:sldMk cId="1403931594" sldId="307"/>
            <ac:spMk id="14" creationId="{2D1D6060-01E6-6A3A-72B2-CAA5EBA177E2}"/>
          </ac:spMkLst>
        </pc:spChg>
        <pc:spChg chg="mod">
          <ac:chgData name="Toby Donaldson" userId="2e6e5431-bb17-4c41-9985-d39c50d83c73" providerId="ADAL" clId="{F31BC264-820E-54C4-A6D1-F92AF9CC222E}" dt="2026-01-12T19:13:59.837" v="124" actId="207"/>
          <ac:spMkLst>
            <pc:docMk/>
            <pc:sldMk cId="1403931594" sldId="307"/>
            <ac:spMk id="15" creationId="{C344D47F-894B-7F47-27DF-297709CCA4FC}"/>
          </ac:spMkLst>
        </pc:spChg>
        <pc:spChg chg="mod topLvl">
          <ac:chgData name="Toby Donaldson" userId="2e6e5431-bb17-4c41-9985-d39c50d83c73" providerId="ADAL" clId="{F31BC264-820E-54C4-A6D1-F92AF9CC222E}" dt="2026-01-12T19:14:39.350" v="128" actId="207"/>
          <ac:spMkLst>
            <pc:docMk/>
            <pc:sldMk cId="1403931594" sldId="307"/>
            <ac:spMk id="17" creationId="{A23B9F4D-EC11-905B-C048-588DB5FFE22B}"/>
          </ac:spMkLst>
        </pc:spChg>
        <pc:spChg chg="mod topLvl">
          <ac:chgData name="Toby Donaldson" userId="2e6e5431-bb17-4c41-9985-d39c50d83c73" providerId="ADAL" clId="{F31BC264-820E-54C4-A6D1-F92AF9CC222E}" dt="2026-01-12T19:15:11.802" v="132" actId="207"/>
          <ac:spMkLst>
            <pc:docMk/>
            <pc:sldMk cId="1403931594" sldId="307"/>
            <ac:spMk id="18" creationId="{1E4BFB46-C3BB-816B-9303-24EAFD00AEDF}"/>
          </ac:spMkLst>
        </pc:spChg>
        <pc:grpChg chg="del">
          <ac:chgData name="Toby Donaldson" userId="2e6e5431-bb17-4c41-9985-d39c50d83c73" providerId="ADAL" clId="{F31BC264-820E-54C4-A6D1-F92AF9CC222E}" dt="2026-01-12T19:14:23.515" v="126" actId="165"/>
          <ac:grpSpMkLst>
            <pc:docMk/>
            <pc:sldMk cId="1403931594" sldId="307"/>
            <ac:grpSpMk id="16" creationId="{9903B760-07E5-FE82-0D55-4D89D0CFE0A7}"/>
          </ac:grpSpMkLst>
        </pc:grpChg>
      </pc:sldChg>
      <pc:sldChg chg="modSp add mod">
        <pc:chgData name="Toby Donaldson" userId="2e6e5431-bb17-4c41-9985-d39c50d83c73" providerId="ADAL" clId="{F31BC264-820E-54C4-A6D1-F92AF9CC222E}" dt="2026-01-12T19:24:20.102" v="481" actId="207"/>
        <pc:sldMkLst>
          <pc:docMk/>
          <pc:sldMk cId="1427653997" sldId="308"/>
        </pc:sldMkLst>
        <pc:spChg chg="mod">
          <ac:chgData name="Toby Donaldson" userId="2e6e5431-bb17-4c41-9985-d39c50d83c73" providerId="ADAL" clId="{F31BC264-820E-54C4-A6D1-F92AF9CC222E}" dt="2026-01-12T19:17:38.307" v="268" actId="2711"/>
          <ac:spMkLst>
            <pc:docMk/>
            <pc:sldMk cId="1427653997" sldId="308"/>
            <ac:spMk id="3" creationId="{0A7349EF-4B71-94F7-B407-BB7C89BF1CEA}"/>
          </ac:spMkLst>
        </pc:spChg>
        <pc:spChg chg="mod">
          <ac:chgData name="Toby Donaldson" userId="2e6e5431-bb17-4c41-9985-d39c50d83c73" providerId="ADAL" clId="{F31BC264-820E-54C4-A6D1-F92AF9CC222E}" dt="2026-01-12T19:24:20.102" v="481" actId="207"/>
          <ac:spMkLst>
            <pc:docMk/>
            <pc:sldMk cId="1427653997" sldId="308"/>
            <ac:spMk id="6" creationId="{254B3F2B-8E37-43AC-6120-2FB5CFA4DB88}"/>
          </ac:spMkLst>
        </pc:spChg>
        <pc:spChg chg="mod">
          <ac:chgData name="Toby Donaldson" userId="2e6e5431-bb17-4c41-9985-d39c50d83c73" providerId="ADAL" clId="{F31BC264-820E-54C4-A6D1-F92AF9CC222E}" dt="2026-01-12T19:18:37.647" v="275" actId="207"/>
          <ac:spMkLst>
            <pc:docMk/>
            <pc:sldMk cId="1427653997" sldId="308"/>
            <ac:spMk id="9" creationId="{79F75514-941D-20D0-9D62-244E13F6DA14}"/>
          </ac:spMkLst>
        </pc:spChg>
        <pc:spChg chg="mod">
          <ac:chgData name="Toby Donaldson" userId="2e6e5431-bb17-4c41-9985-d39c50d83c73" providerId="ADAL" clId="{F31BC264-820E-54C4-A6D1-F92AF9CC222E}" dt="2026-01-12T19:18:20.925" v="273" actId="207"/>
          <ac:spMkLst>
            <pc:docMk/>
            <pc:sldMk cId="1427653997" sldId="308"/>
            <ac:spMk id="14" creationId="{C2C31562-F42D-4B46-518A-648BE5E1F772}"/>
          </ac:spMkLst>
        </pc:spChg>
        <pc:spChg chg="mod">
          <ac:chgData name="Toby Donaldson" userId="2e6e5431-bb17-4c41-9985-d39c50d83c73" providerId="ADAL" clId="{F31BC264-820E-54C4-A6D1-F92AF9CC222E}" dt="2026-01-12T19:18:25.525" v="274" actId="207"/>
          <ac:spMkLst>
            <pc:docMk/>
            <pc:sldMk cId="1427653997" sldId="308"/>
            <ac:spMk id="15" creationId="{F88F7D11-F9D8-F5E2-F3FE-3AC4A2A854B0}"/>
          </ac:spMkLst>
        </pc:spChg>
        <pc:spChg chg="mod">
          <ac:chgData name="Toby Donaldson" userId="2e6e5431-bb17-4c41-9985-d39c50d83c73" providerId="ADAL" clId="{F31BC264-820E-54C4-A6D1-F92AF9CC222E}" dt="2026-01-12T19:18:15.512" v="272" actId="207"/>
          <ac:spMkLst>
            <pc:docMk/>
            <pc:sldMk cId="1427653997" sldId="308"/>
            <ac:spMk id="17" creationId="{7A930F59-DBCC-D6F9-E18F-9579748A3834}"/>
          </ac:spMkLst>
        </pc:spChg>
        <pc:spChg chg="mod">
          <ac:chgData name="Toby Donaldson" userId="2e6e5431-bb17-4c41-9985-d39c50d83c73" providerId="ADAL" clId="{F31BC264-820E-54C4-A6D1-F92AF9CC222E}" dt="2026-01-12T19:18:09.822" v="271" actId="207"/>
          <ac:spMkLst>
            <pc:docMk/>
            <pc:sldMk cId="1427653997" sldId="308"/>
            <ac:spMk id="18" creationId="{E6810E18-E08F-F479-886F-991CE1F18665}"/>
          </ac:spMkLst>
        </pc:spChg>
      </pc:sldChg>
      <pc:sldChg chg="addSp modSp add mod">
        <pc:chgData name="Toby Donaldson" userId="2e6e5431-bb17-4c41-9985-d39c50d83c73" providerId="ADAL" clId="{F31BC264-820E-54C4-A6D1-F92AF9CC222E}" dt="2026-01-12T19:24:09.518" v="479" actId="207"/>
        <pc:sldMkLst>
          <pc:docMk/>
          <pc:sldMk cId="1602263532" sldId="309"/>
        </pc:sldMkLst>
        <pc:spChg chg="mod">
          <ac:chgData name="Toby Donaldson" userId="2e6e5431-bb17-4c41-9985-d39c50d83c73" providerId="ADAL" clId="{F31BC264-820E-54C4-A6D1-F92AF9CC222E}" dt="2026-01-12T19:20:53.837" v="375" actId="14100"/>
          <ac:spMkLst>
            <pc:docMk/>
            <pc:sldMk cId="1602263532" sldId="309"/>
            <ac:spMk id="3" creationId="{BC2D71C6-2B36-4514-4BA2-FE872DBCE485}"/>
          </ac:spMkLst>
        </pc:spChg>
        <pc:spChg chg="mod">
          <ac:chgData name="Toby Donaldson" userId="2e6e5431-bb17-4c41-9985-d39c50d83c73" providerId="ADAL" clId="{F31BC264-820E-54C4-A6D1-F92AF9CC222E}" dt="2026-01-12T19:24:09.518" v="479" actId="207"/>
          <ac:spMkLst>
            <pc:docMk/>
            <pc:sldMk cId="1602263532" sldId="309"/>
            <ac:spMk id="6" creationId="{5DED0696-9023-E154-1F24-0029ED49B893}"/>
          </ac:spMkLst>
        </pc:spChg>
        <pc:spChg chg="mod">
          <ac:chgData name="Toby Donaldson" userId="2e6e5431-bb17-4c41-9985-d39c50d83c73" providerId="ADAL" clId="{F31BC264-820E-54C4-A6D1-F92AF9CC222E}" dt="2026-01-12T19:20:18.426" v="291" actId="207"/>
          <ac:spMkLst>
            <pc:docMk/>
            <pc:sldMk cId="1602263532" sldId="309"/>
            <ac:spMk id="9" creationId="{F9B39401-2B0F-A057-5261-93829CE0AE62}"/>
          </ac:spMkLst>
        </pc:spChg>
        <pc:spChg chg="mod">
          <ac:chgData name="Toby Donaldson" userId="2e6e5431-bb17-4c41-9985-d39c50d83c73" providerId="ADAL" clId="{F31BC264-820E-54C4-A6D1-F92AF9CC222E}" dt="2026-01-12T19:20:23.921" v="292" actId="207"/>
          <ac:spMkLst>
            <pc:docMk/>
            <pc:sldMk cId="1602263532" sldId="309"/>
            <ac:spMk id="12" creationId="{99A61493-6A4B-A8FA-8375-35C2871AFC51}"/>
          </ac:spMkLst>
        </pc:spChg>
        <pc:grpChg chg="add mod">
          <ac:chgData name="Toby Donaldson" userId="2e6e5431-bb17-4c41-9985-d39c50d83c73" providerId="ADAL" clId="{F31BC264-820E-54C4-A6D1-F92AF9CC222E}" dt="2026-01-12T19:20:03.650" v="290" actId="14100"/>
          <ac:grpSpMkLst>
            <pc:docMk/>
            <pc:sldMk cId="1602263532" sldId="309"/>
            <ac:grpSpMk id="16" creationId="{2A6C087D-818C-5CAE-59C6-13BAAC1374C3}"/>
          </ac:grpSpMkLst>
        </pc:grpChg>
        <pc:grpChg chg="add mod">
          <ac:chgData name="Toby Donaldson" userId="2e6e5431-bb17-4c41-9985-d39c50d83c73" providerId="ADAL" clId="{F31BC264-820E-54C4-A6D1-F92AF9CC222E}" dt="2026-01-12T19:19:45.551" v="284" actId="1076"/>
          <ac:grpSpMkLst>
            <pc:docMk/>
            <pc:sldMk cId="1602263532" sldId="309"/>
            <ac:grpSpMk id="19" creationId="{0523F134-F25C-4503-47D4-35E9826C23B7}"/>
          </ac:grpSpMkLst>
        </pc:grpChg>
        <pc:grpChg chg="add mod">
          <ac:chgData name="Toby Donaldson" userId="2e6e5431-bb17-4c41-9985-d39c50d83c73" providerId="ADAL" clId="{F31BC264-820E-54C4-A6D1-F92AF9CC222E}" dt="2026-01-12T19:19:51.639" v="286" actId="1076"/>
          <ac:grpSpMkLst>
            <pc:docMk/>
            <pc:sldMk cId="1602263532" sldId="309"/>
            <ac:grpSpMk id="22" creationId="{8F79A567-DE0D-5190-0A7F-02C2279048CF}"/>
          </ac:grpSpMkLst>
        </pc:grpChg>
        <pc:cxnChg chg="add mod">
          <ac:chgData name="Toby Donaldson" userId="2e6e5431-bb17-4c41-9985-d39c50d83c73" providerId="ADAL" clId="{F31BC264-820E-54C4-A6D1-F92AF9CC222E}" dt="2026-01-12T19:19:16.960" v="278"/>
          <ac:cxnSpMkLst>
            <pc:docMk/>
            <pc:sldMk cId="1602263532" sldId="309"/>
            <ac:cxnSpMk id="4" creationId="{6B774383-E2ED-1B76-B70B-4EB595B6D396}"/>
          </ac:cxnSpMkLst>
        </pc:cxnChg>
        <pc:cxnChg chg="add mod">
          <ac:chgData name="Toby Donaldson" userId="2e6e5431-bb17-4c41-9985-d39c50d83c73" providerId="ADAL" clId="{F31BC264-820E-54C4-A6D1-F92AF9CC222E}" dt="2026-01-12T19:19:16.960" v="278"/>
          <ac:cxnSpMkLst>
            <pc:docMk/>
            <pc:sldMk cId="1602263532" sldId="309"/>
            <ac:cxnSpMk id="5" creationId="{48F9B126-088C-6326-5D2A-036FEA4481D7}"/>
          </ac:cxnSpMkLst>
        </pc:cxnChg>
        <pc:cxnChg chg="mod">
          <ac:chgData name="Toby Donaldson" userId="2e6e5431-bb17-4c41-9985-d39c50d83c73" providerId="ADAL" clId="{F31BC264-820E-54C4-A6D1-F92AF9CC222E}" dt="2026-01-12T19:19:40.016" v="283"/>
          <ac:cxnSpMkLst>
            <pc:docMk/>
            <pc:sldMk cId="1602263532" sldId="309"/>
            <ac:cxnSpMk id="20" creationId="{F4A56D40-0696-1E1D-4D99-8959CFBE24DB}"/>
          </ac:cxnSpMkLst>
        </pc:cxnChg>
        <pc:cxnChg chg="mod">
          <ac:chgData name="Toby Donaldson" userId="2e6e5431-bb17-4c41-9985-d39c50d83c73" providerId="ADAL" clId="{F31BC264-820E-54C4-A6D1-F92AF9CC222E}" dt="2026-01-12T19:19:40.016" v="283"/>
          <ac:cxnSpMkLst>
            <pc:docMk/>
            <pc:sldMk cId="1602263532" sldId="309"/>
            <ac:cxnSpMk id="21" creationId="{4E790C82-0EBC-5265-A5B3-694D67A302C3}"/>
          </ac:cxnSpMkLst>
        </pc:cxnChg>
        <pc:cxnChg chg="mod">
          <ac:chgData name="Toby Donaldson" userId="2e6e5431-bb17-4c41-9985-d39c50d83c73" providerId="ADAL" clId="{F31BC264-820E-54C4-A6D1-F92AF9CC222E}" dt="2026-01-12T19:19:47.801" v="285"/>
          <ac:cxnSpMkLst>
            <pc:docMk/>
            <pc:sldMk cId="1602263532" sldId="309"/>
            <ac:cxnSpMk id="23" creationId="{68DA906C-3AA3-7781-F511-64482484CD72}"/>
          </ac:cxnSpMkLst>
        </pc:cxnChg>
        <pc:cxnChg chg="mod">
          <ac:chgData name="Toby Donaldson" userId="2e6e5431-bb17-4c41-9985-d39c50d83c73" providerId="ADAL" clId="{F31BC264-820E-54C4-A6D1-F92AF9CC222E}" dt="2026-01-12T19:19:47.801" v="285"/>
          <ac:cxnSpMkLst>
            <pc:docMk/>
            <pc:sldMk cId="1602263532" sldId="309"/>
            <ac:cxnSpMk id="24" creationId="{9F246CF3-EEDA-FE07-4698-7547E60F4D2C}"/>
          </ac:cxnSpMkLst>
        </pc:cxnChg>
      </pc:sldChg>
      <pc:sldChg chg="delSp modSp add mod ord">
        <pc:chgData name="Toby Donaldson" userId="2e6e5431-bb17-4c41-9985-d39c50d83c73" providerId="ADAL" clId="{F31BC264-820E-54C4-A6D1-F92AF9CC222E}" dt="2026-01-12T19:23:59.102" v="477" actId="207"/>
        <pc:sldMkLst>
          <pc:docMk/>
          <pc:sldMk cId="2986106436" sldId="310"/>
        </pc:sldMkLst>
        <pc:spChg chg="mod">
          <ac:chgData name="Toby Donaldson" userId="2e6e5431-bb17-4c41-9985-d39c50d83c73" providerId="ADAL" clId="{F31BC264-820E-54C4-A6D1-F92AF9CC222E}" dt="2026-01-12T19:22:07.952" v="459" actId="1076"/>
          <ac:spMkLst>
            <pc:docMk/>
            <pc:sldMk cId="2986106436" sldId="310"/>
            <ac:spMk id="3" creationId="{170FB431-ED62-50BB-6A24-011722DE9604}"/>
          </ac:spMkLst>
        </pc:spChg>
        <pc:spChg chg="mod">
          <ac:chgData name="Toby Donaldson" userId="2e6e5431-bb17-4c41-9985-d39c50d83c73" providerId="ADAL" clId="{F31BC264-820E-54C4-A6D1-F92AF9CC222E}" dt="2026-01-12T19:23:59.102" v="477" actId="207"/>
          <ac:spMkLst>
            <pc:docMk/>
            <pc:sldMk cId="2986106436" sldId="310"/>
            <ac:spMk id="6" creationId="{C21BA3BD-645D-B003-8FAE-126704588C06}"/>
          </ac:spMkLst>
        </pc:spChg>
        <pc:spChg chg="del">
          <ac:chgData name="Toby Donaldson" userId="2e6e5431-bb17-4c41-9985-d39c50d83c73" providerId="ADAL" clId="{F31BC264-820E-54C4-A6D1-F92AF9CC222E}" dt="2026-01-12T19:21:21.674" v="380" actId="21"/>
          <ac:spMkLst>
            <pc:docMk/>
            <pc:sldMk cId="2986106436" sldId="310"/>
            <ac:spMk id="14" creationId="{1455E3B2-D132-B774-3249-AF1683860FDE}"/>
          </ac:spMkLst>
        </pc:spChg>
        <pc:spChg chg="del">
          <ac:chgData name="Toby Donaldson" userId="2e6e5431-bb17-4c41-9985-d39c50d83c73" providerId="ADAL" clId="{F31BC264-820E-54C4-A6D1-F92AF9CC222E}" dt="2026-01-12T19:21:21.674" v="380" actId="21"/>
          <ac:spMkLst>
            <pc:docMk/>
            <pc:sldMk cId="2986106436" sldId="310"/>
            <ac:spMk id="15" creationId="{3076A475-3EDC-FED8-96BC-EB3119BD220E}"/>
          </ac:spMkLst>
        </pc:spChg>
        <pc:spChg chg="del">
          <ac:chgData name="Toby Donaldson" userId="2e6e5431-bb17-4c41-9985-d39c50d83c73" providerId="ADAL" clId="{F31BC264-820E-54C4-A6D1-F92AF9CC222E}" dt="2026-01-12T19:21:15.794" v="378" actId="21"/>
          <ac:spMkLst>
            <pc:docMk/>
            <pc:sldMk cId="2986106436" sldId="310"/>
            <ac:spMk id="17" creationId="{92107E83-85A4-BE82-E011-E6D719179997}"/>
          </ac:spMkLst>
        </pc:spChg>
        <pc:spChg chg="del">
          <ac:chgData name="Toby Donaldson" userId="2e6e5431-bb17-4c41-9985-d39c50d83c73" providerId="ADAL" clId="{F31BC264-820E-54C4-A6D1-F92AF9CC222E}" dt="2026-01-12T19:21:12.862" v="377" actId="21"/>
          <ac:spMkLst>
            <pc:docMk/>
            <pc:sldMk cId="2986106436" sldId="310"/>
            <ac:spMk id="18" creationId="{CBB4F4E3-6850-4AC5-D7FC-5FB48CAE1543}"/>
          </ac:spMkLst>
        </pc:spChg>
        <pc:grpChg chg="del">
          <ac:chgData name="Toby Donaldson" userId="2e6e5431-bb17-4c41-9985-d39c50d83c73" providerId="ADAL" clId="{F31BC264-820E-54C4-A6D1-F92AF9CC222E}" dt="2026-01-12T19:21:12.862" v="377" actId="21"/>
          <ac:grpSpMkLst>
            <pc:docMk/>
            <pc:sldMk cId="2986106436" sldId="310"/>
            <ac:grpSpMk id="16" creationId="{B44DBAA8-DA35-8703-C540-681528C5EEC6}"/>
          </ac:grpSpMkLst>
        </pc:grpChg>
        <pc:grpChg chg="del">
          <ac:chgData name="Toby Donaldson" userId="2e6e5431-bb17-4c41-9985-d39c50d83c73" providerId="ADAL" clId="{F31BC264-820E-54C4-A6D1-F92AF9CC222E}" dt="2026-01-12T19:21:19.069" v="379" actId="21"/>
          <ac:grpSpMkLst>
            <pc:docMk/>
            <pc:sldMk cId="2986106436" sldId="310"/>
            <ac:grpSpMk id="19" creationId="{B4160D11-6C3D-09C4-42A2-D75CEC06A79C}"/>
          </ac:grpSpMkLst>
        </pc:grpChg>
        <pc:grpChg chg="del">
          <ac:chgData name="Toby Donaldson" userId="2e6e5431-bb17-4c41-9985-d39c50d83c73" providerId="ADAL" clId="{F31BC264-820E-54C4-A6D1-F92AF9CC222E}" dt="2026-01-12T19:21:19.069" v="379" actId="21"/>
          <ac:grpSpMkLst>
            <pc:docMk/>
            <pc:sldMk cId="2986106436" sldId="310"/>
            <ac:grpSpMk id="22" creationId="{20FD35B8-50DC-FB0B-A15E-D91CA03E8EB8}"/>
          </ac:grpSpMkLst>
        </pc:grpChg>
      </pc:sldChg>
      <pc:sldChg chg="modSp add mod ord">
        <pc:chgData name="Toby Donaldson" userId="2e6e5431-bb17-4c41-9985-d39c50d83c73" providerId="ADAL" clId="{F31BC264-820E-54C4-A6D1-F92AF9CC222E}" dt="2026-01-12T19:25:08.897" v="492" actId="20577"/>
        <pc:sldMkLst>
          <pc:docMk/>
          <pc:sldMk cId="3192736621" sldId="311"/>
        </pc:sldMkLst>
        <pc:spChg chg="mod">
          <ac:chgData name="Toby Donaldson" userId="2e6e5431-bb17-4c41-9985-d39c50d83c73" providerId="ADAL" clId="{F31BC264-820E-54C4-A6D1-F92AF9CC222E}" dt="2026-01-12T19:22:36.230" v="468" actId="20577"/>
          <ac:spMkLst>
            <pc:docMk/>
            <pc:sldMk cId="3192736621" sldId="311"/>
            <ac:spMk id="2" creationId="{504477C4-ADF1-B0B9-24B2-0C8DA5C77B67}"/>
          </ac:spMkLst>
        </pc:spChg>
        <pc:spChg chg="mod">
          <ac:chgData name="Toby Donaldson" userId="2e6e5431-bb17-4c41-9985-d39c50d83c73" providerId="ADAL" clId="{F31BC264-820E-54C4-A6D1-F92AF9CC222E}" dt="2026-01-12T19:25:06.234" v="489" actId="20577"/>
          <ac:spMkLst>
            <pc:docMk/>
            <pc:sldMk cId="3192736621" sldId="311"/>
            <ac:spMk id="6" creationId="{88E068C5-3109-9AE2-4471-9F040E5FC8F8}"/>
          </ac:spMkLst>
        </pc:spChg>
        <pc:spChg chg="mod">
          <ac:chgData name="Toby Donaldson" userId="2e6e5431-bb17-4c41-9985-d39c50d83c73" providerId="ADAL" clId="{F31BC264-820E-54C4-A6D1-F92AF9CC222E}" dt="2026-01-12T19:25:08.897" v="492" actId="20577"/>
          <ac:spMkLst>
            <pc:docMk/>
            <pc:sldMk cId="3192736621" sldId="311"/>
            <ac:spMk id="7" creationId="{45737CEF-A10C-7186-243B-6830852F3CF3}"/>
          </ac:spMkLst>
        </pc:spChg>
      </pc:sldChg>
      <pc:sldChg chg="addSp modSp add mod">
        <pc:chgData name="Toby Donaldson" userId="2e6e5431-bb17-4c41-9985-d39c50d83c73" providerId="ADAL" clId="{F31BC264-820E-54C4-A6D1-F92AF9CC222E}" dt="2026-01-12T19:28:27.399" v="571" actId="20577"/>
        <pc:sldMkLst>
          <pc:docMk/>
          <pc:sldMk cId="2526696596" sldId="312"/>
        </pc:sldMkLst>
        <pc:spChg chg="add mod">
          <ac:chgData name="Toby Donaldson" userId="2e6e5431-bb17-4c41-9985-d39c50d83c73" providerId="ADAL" clId="{F31BC264-820E-54C4-A6D1-F92AF9CC222E}" dt="2026-01-12T19:28:12.715" v="569" actId="20577"/>
          <ac:spMkLst>
            <pc:docMk/>
            <pc:sldMk cId="2526696596" sldId="312"/>
            <ac:spMk id="3" creationId="{AB0D7BD7-CEE5-D963-AD5C-7459A5200229}"/>
          </ac:spMkLst>
        </pc:spChg>
        <pc:spChg chg="mod">
          <ac:chgData name="Toby Donaldson" userId="2e6e5431-bb17-4c41-9985-d39c50d83c73" providerId="ADAL" clId="{F31BC264-820E-54C4-A6D1-F92AF9CC222E}" dt="2026-01-12T19:26:56.400" v="558" actId="207"/>
          <ac:spMkLst>
            <pc:docMk/>
            <pc:sldMk cId="2526696596" sldId="312"/>
            <ac:spMk id="5" creationId="{0A19EB24-E807-7D8F-8B5F-FE73D62217E7}"/>
          </ac:spMkLst>
        </pc:spChg>
        <pc:spChg chg="mod">
          <ac:chgData name="Toby Donaldson" userId="2e6e5431-bb17-4c41-9985-d39c50d83c73" providerId="ADAL" clId="{F31BC264-820E-54C4-A6D1-F92AF9CC222E}" dt="2026-01-12T19:25:18.864" v="496" actId="20577"/>
          <ac:spMkLst>
            <pc:docMk/>
            <pc:sldMk cId="2526696596" sldId="312"/>
            <ac:spMk id="6" creationId="{E65F2388-C84A-6019-336A-22455773DC18}"/>
          </ac:spMkLst>
        </pc:spChg>
        <pc:spChg chg="mod">
          <ac:chgData name="Toby Donaldson" userId="2e6e5431-bb17-4c41-9985-d39c50d83c73" providerId="ADAL" clId="{F31BC264-820E-54C4-A6D1-F92AF9CC222E}" dt="2026-01-12T19:25:22.248" v="499" actId="20577"/>
          <ac:spMkLst>
            <pc:docMk/>
            <pc:sldMk cId="2526696596" sldId="312"/>
            <ac:spMk id="7" creationId="{3CBCF5D1-46F3-7CFA-2183-BE485690EBBC}"/>
          </ac:spMkLst>
        </pc:spChg>
        <pc:spChg chg="mod">
          <ac:chgData name="Toby Donaldson" userId="2e6e5431-bb17-4c41-9985-d39c50d83c73" providerId="ADAL" clId="{F31BC264-820E-54C4-A6D1-F92AF9CC222E}" dt="2026-01-12T19:26:42.866" v="556" actId="207"/>
          <ac:spMkLst>
            <pc:docMk/>
            <pc:sldMk cId="2526696596" sldId="312"/>
            <ac:spMk id="14" creationId="{A60FB921-75C4-4557-2C7A-5CDEA2B3BB38}"/>
          </ac:spMkLst>
        </pc:spChg>
        <pc:spChg chg="mod">
          <ac:chgData name="Toby Donaldson" userId="2e6e5431-bb17-4c41-9985-d39c50d83c73" providerId="ADAL" clId="{F31BC264-820E-54C4-A6D1-F92AF9CC222E}" dt="2026-01-12T19:27:00.495" v="559" actId="207"/>
          <ac:spMkLst>
            <pc:docMk/>
            <pc:sldMk cId="2526696596" sldId="312"/>
            <ac:spMk id="16" creationId="{787A8739-20BD-37FE-7A61-AED3276C7544}"/>
          </ac:spMkLst>
        </pc:spChg>
        <pc:spChg chg="mod">
          <ac:chgData name="Toby Donaldson" userId="2e6e5431-bb17-4c41-9985-d39c50d83c73" providerId="ADAL" clId="{F31BC264-820E-54C4-A6D1-F92AF9CC222E}" dt="2026-01-12T19:28:27.399" v="571" actId="20577"/>
          <ac:spMkLst>
            <pc:docMk/>
            <pc:sldMk cId="2526696596" sldId="312"/>
            <ac:spMk id="17" creationId="{D9DA1BC0-598C-AA49-3EFA-81B3DF26BDCF}"/>
          </ac:spMkLst>
        </pc:spChg>
        <pc:spChg chg="mod">
          <ac:chgData name="Toby Donaldson" userId="2e6e5431-bb17-4c41-9985-d39c50d83c73" providerId="ADAL" clId="{F31BC264-820E-54C4-A6D1-F92AF9CC222E}" dt="2026-01-12T19:27:29.922" v="561"/>
          <ac:spMkLst>
            <pc:docMk/>
            <pc:sldMk cId="2526696596" sldId="312"/>
            <ac:spMk id="19" creationId="{800986B3-8C74-F121-62FD-E1FA3AF5F394}"/>
          </ac:spMkLst>
        </pc:spChg>
        <pc:spChg chg="mod">
          <ac:chgData name="Toby Donaldson" userId="2e6e5431-bb17-4c41-9985-d39c50d83c73" providerId="ADAL" clId="{F31BC264-820E-54C4-A6D1-F92AF9CC222E}" dt="2026-01-12T19:27:29.922" v="561"/>
          <ac:spMkLst>
            <pc:docMk/>
            <pc:sldMk cId="2526696596" sldId="312"/>
            <ac:spMk id="20" creationId="{6E9F7731-EFE6-26D3-FEF0-D772BF27D954}"/>
          </ac:spMkLst>
        </pc:spChg>
        <pc:spChg chg="add mod">
          <ac:chgData name="Toby Donaldson" userId="2e6e5431-bb17-4c41-9985-d39c50d83c73" providerId="ADAL" clId="{F31BC264-820E-54C4-A6D1-F92AF9CC222E}" dt="2026-01-12T19:27:56.530" v="567" actId="207"/>
          <ac:spMkLst>
            <pc:docMk/>
            <pc:sldMk cId="2526696596" sldId="312"/>
            <ac:spMk id="21" creationId="{032244E2-17CA-B084-6967-630455AC311D}"/>
          </ac:spMkLst>
        </pc:spChg>
        <pc:spChg chg="add mod">
          <ac:chgData name="Toby Donaldson" userId="2e6e5431-bb17-4c41-9985-d39c50d83c73" providerId="ADAL" clId="{F31BC264-820E-54C4-A6D1-F92AF9CC222E}" dt="2026-01-12T19:27:51.447" v="566" actId="207"/>
          <ac:spMkLst>
            <pc:docMk/>
            <pc:sldMk cId="2526696596" sldId="312"/>
            <ac:spMk id="22" creationId="{4E315694-DCFF-F1F2-5766-325A8E132668}"/>
          </ac:spMkLst>
        </pc:spChg>
        <pc:grpChg chg="add mod">
          <ac:chgData name="Toby Donaldson" userId="2e6e5431-bb17-4c41-9985-d39c50d83c73" providerId="ADAL" clId="{F31BC264-820E-54C4-A6D1-F92AF9CC222E}" dt="2026-01-12T19:27:25.127" v="560" actId="1076"/>
          <ac:grpSpMkLst>
            <pc:docMk/>
            <pc:sldMk cId="2526696596" sldId="312"/>
            <ac:grpSpMk id="4" creationId="{995B45C5-A62B-5055-05DE-C3F73962F938}"/>
          </ac:grpSpMkLst>
        </pc:grpChg>
        <pc:grpChg chg="add mod">
          <ac:chgData name="Toby Donaldson" userId="2e6e5431-bb17-4c41-9985-d39c50d83c73" providerId="ADAL" clId="{F31BC264-820E-54C4-A6D1-F92AF9CC222E}" dt="2026-01-12T19:27:25.127" v="560" actId="1076"/>
          <ac:grpSpMkLst>
            <pc:docMk/>
            <pc:sldMk cId="2526696596" sldId="312"/>
            <ac:grpSpMk id="15" creationId="{976242DE-F799-185D-642C-C9A58DD377A3}"/>
          </ac:grpSpMkLst>
        </pc:grpChg>
        <pc:grpChg chg="add mod">
          <ac:chgData name="Toby Donaldson" userId="2e6e5431-bb17-4c41-9985-d39c50d83c73" providerId="ADAL" clId="{F31BC264-820E-54C4-A6D1-F92AF9CC222E}" dt="2026-01-12T19:27:33.840" v="563" actId="1076"/>
          <ac:grpSpMkLst>
            <pc:docMk/>
            <pc:sldMk cId="2526696596" sldId="312"/>
            <ac:grpSpMk id="18" creationId="{E2604CA7-BEED-10AA-F9BE-5860C568C6A4}"/>
          </ac:grpSpMkLst>
        </pc:grpChg>
      </pc:sldChg>
      <pc:sldChg chg="modSp add mod">
        <pc:chgData name="Toby Donaldson" userId="2e6e5431-bb17-4c41-9985-d39c50d83c73" providerId="ADAL" clId="{F31BC264-820E-54C4-A6D1-F92AF9CC222E}" dt="2026-01-12T19:29:56.055" v="618" actId="207"/>
        <pc:sldMkLst>
          <pc:docMk/>
          <pc:sldMk cId="2718745170" sldId="313"/>
        </pc:sldMkLst>
        <pc:spChg chg="mod">
          <ac:chgData name="Toby Donaldson" userId="2e6e5431-bb17-4c41-9985-d39c50d83c73" providerId="ADAL" clId="{F31BC264-820E-54C4-A6D1-F92AF9CC222E}" dt="2026-01-12T19:29:11.172" v="610" actId="2711"/>
          <ac:spMkLst>
            <pc:docMk/>
            <pc:sldMk cId="2718745170" sldId="313"/>
            <ac:spMk id="3" creationId="{B0783059-6552-98B2-FBC8-6060D95706E2}"/>
          </ac:spMkLst>
        </pc:spChg>
        <pc:spChg chg="mod">
          <ac:chgData name="Toby Donaldson" userId="2e6e5431-bb17-4c41-9985-d39c50d83c73" providerId="ADAL" clId="{F31BC264-820E-54C4-A6D1-F92AF9CC222E}" dt="2026-01-12T19:29:56.055" v="618" actId="207"/>
          <ac:spMkLst>
            <pc:docMk/>
            <pc:sldMk cId="2718745170" sldId="313"/>
            <ac:spMk id="5" creationId="{BFC3A3CC-A98A-9D42-EABB-00DDE63CE380}"/>
          </ac:spMkLst>
        </pc:spChg>
        <pc:spChg chg="mod">
          <ac:chgData name="Toby Donaldson" userId="2e6e5431-bb17-4c41-9985-d39c50d83c73" providerId="ADAL" clId="{F31BC264-820E-54C4-A6D1-F92AF9CC222E}" dt="2026-01-12T19:29:21.272" v="611" actId="207"/>
          <ac:spMkLst>
            <pc:docMk/>
            <pc:sldMk cId="2718745170" sldId="313"/>
            <ac:spMk id="14" creationId="{5FF78161-E9CB-D7FD-7163-A61BFF605B9F}"/>
          </ac:spMkLst>
        </pc:spChg>
        <pc:spChg chg="mod">
          <ac:chgData name="Toby Donaldson" userId="2e6e5431-bb17-4c41-9985-d39c50d83c73" providerId="ADAL" clId="{F31BC264-820E-54C4-A6D1-F92AF9CC222E}" dt="2026-01-12T19:29:35.064" v="614" actId="207"/>
          <ac:spMkLst>
            <pc:docMk/>
            <pc:sldMk cId="2718745170" sldId="313"/>
            <ac:spMk id="16" creationId="{51EE427F-0317-6082-A74F-785FAD384F04}"/>
          </ac:spMkLst>
        </pc:spChg>
        <pc:spChg chg="mod">
          <ac:chgData name="Toby Donaldson" userId="2e6e5431-bb17-4c41-9985-d39c50d83c73" providerId="ADAL" clId="{F31BC264-820E-54C4-A6D1-F92AF9CC222E}" dt="2026-01-12T19:29:26.681" v="612" actId="207"/>
          <ac:spMkLst>
            <pc:docMk/>
            <pc:sldMk cId="2718745170" sldId="313"/>
            <ac:spMk id="17" creationId="{05497C13-F42B-1DA4-56A5-BCBBE4D18570}"/>
          </ac:spMkLst>
        </pc:spChg>
        <pc:spChg chg="mod">
          <ac:chgData name="Toby Donaldson" userId="2e6e5431-bb17-4c41-9985-d39c50d83c73" providerId="ADAL" clId="{F31BC264-820E-54C4-A6D1-F92AF9CC222E}" dt="2026-01-12T19:29:44.330" v="616" actId="207"/>
          <ac:spMkLst>
            <pc:docMk/>
            <pc:sldMk cId="2718745170" sldId="313"/>
            <ac:spMk id="21" creationId="{0A737034-92C1-6C3D-3528-2F5DDF666A4C}"/>
          </ac:spMkLst>
        </pc:spChg>
        <pc:spChg chg="mod">
          <ac:chgData name="Toby Donaldson" userId="2e6e5431-bb17-4c41-9985-d39c50d83c73" providerId="ADAL" clId="{F31BC264-820E-54C4-A6D1-F92AF9CC222E}" dt="2026-01-12T19:29:38.293" v="615" actId="207"/>
          <ac:spMkLst>
            <pc:docMk/>
            <pc:sldMk cId="2718745170" sldId="313"/>
            <ac:spMk id="22" creationId="{BA7065A2-116F-AAAF-EEF2-C400C6DBA32B}"/>
          </ac:spMkLst>
        </pc:spChg>
      </pc:sldChg>
      <pc:sldChg chg="modSp add mod">
        <pc:chgData name="Toby Donaldson" userId="2e6e5431-bb17-4c41-9985-d39c50d83c73" providerId="ADAL" clId="{F31BC264-820E-54C4-A6D1-F92AF9CC222E}" dt="2026-01-12T19:30:25.554" v="622" actId="207"/>
        <pc:sldMkLst>
          <pc:docMk/>
          <pc:sldMk cId="1841516333" sldId="314"/>
        </pc:sldMkLst>
        <pc:spChg chg="mod">
          <ac:chgData name="Toby Donaldson" userId="2e6e5431-bb17-4c41-9985-d39c50d83c73" providerId="ADAL" clId="{F31BC264-820E-54C4-A6D1-F92AF9CC222E}" dt="2026-01-12T19:30:19.252" v="621" actId="207"/>
          <ac:spMkLst>
            <pc:docMk/>
            <pc:sldMk cId="1841516333" sldId="314"/>
            <ac:spMk id="5" creationId="{5380D4F4-0E6D-1CF5-9D83-D60B139796D1}"/>
          </ac:spMkLst>
        </pc:spChg>
        <pc:spChg chg="mod">
          <ac:chgData name="Toby Donaldson" userId="2e6e5431-bb17-4c41-9985-d39c50d83c73" providerId="ADAL" clId="{F31BC264-820E-54C4-A6D1-F92AF9CC222E}" dt="2026-01-12T19:30:25.554" v="622" actId="207"/>
          <ac:spMkLst>
            <pc:docMk/>
            <pc:sldMk cId="1841516333" sldId="314"/>
            <ac:spMk id="16" creationId="{A068DCA8-BFA9-DEF3-468C-08D9CA8BD54D}"/>
          </ac:spMkLst>
        </pc:spChg>
      </pc:sldChg>
      <pc:sldChg chg="addSp modSp add mod">
        <pc:chgData name="Toby Donaldson" userId="2e6e5431-bb17-4c41-9985-d39c50d83c73" providerId="ADAL" clId="{F31BC264-820E-54C4-A6D1-F92AF9CC222E}" dt="2026-01-12T19:31:50.030" v="743" actId="1076"/>
        <pc:sldMkLst>
          <pc:docMk/>
          <pc:sldMk cId="346491558" sldId="315"/>
        </pc:sldMkLst>
        <pc:spChg chg="mod">
          <ac:chgData name="Toby Donaldson" userId="2e6e5431-bb17-4c41-9985-d39c50d83c73" providerId="ADAL" clId="{F31BC264-820E-54C4-A6D1-F92AF9CC222E}" dt="2026-01-12T19:31:28.440" v="736" actId="20577"/>
          <ac:spMkLst>
            <pc:docMk/>
            <pc:sldMk cId="346491558" sldId="315"/>
            <ac:spMk id="3" creationId="{0A83A25C-F3EE-1508-DC0D-4D30BE1047CC}"/>
          </ac:spMkLst>
        </pc:spChg>
        <pc:spChg chg="mod">
          <ac:chgData name="Toby Donaldson" userId="2e6e5431-bb17-4c41-9985-d39c50d83c73" providerId="ADAL" clId="{F31BC264-820E-54C4-A6D1-F92AF9CC222E}" dt="2026-01-12T19:31:03.470" v="626" actId="207"/>
          <ac:spMkLst>
            <pc:docMk/>
            <pc:sldMk cId="346491558" sldId="315"/>
            <ac:spMk id="16" creationId="{74D91249-A736-27B9-3EFD-ED090D570623}"/>
          </ac:spMkLst>
        </pc:spChg>
        <pc:grpChg chg="add mod">
          <ac:chgData name="Toby Donaldson" userId="2e6e5431-bb17-4c41-9985-d39c50d83c73" providerId="ADAL" clId="{F31BC264-820E-54C4-A6D1-F92AF9CC222E}" dt="2026-01-12T19:31:39.459" v="739" actId="1076"/>
          <ac:grpSpMkLst>
            <pc:docMk/>
            <pc:sldMk cId="346491558" sldId="315"/>
            <ac:grpSpMk id="18" creationId="{DF8544D4-C665-0824-86EF-A9D635D82279}"/>
          </ac:grpSpMkLst>
        </pc:grpChg>
        <pc:grpChg chg="add mod">
          <ac:chgData name="Toby Donaldson" userId="2e6e5431-bb17-4c41-9985-d39c50d83c73" providerId="ADAL" clId="{F31BC264-820E-54C4-A6D1-F92AF9CC222E}" dt="2026-01-12T19:31:45.046" v="741" actId="1076"/>
          <ac:grpSpMkLst>
            <pc:docMk/>
            <pc:sldMk cId="346491558" sldId="315"/>
            <ac:grpSpMk id="23" creationId="{2BDBBE76-23B0-3D70-242E-C263663B3633}"/>
          </ac:grpSpMkLst>
        </pc:grpChg>
        <pc:grpChg chg="add mod">
          <ac:chgData name="Toby Donaldson" userId="2e6e5431-bb17-4c41-9985-d39c50d83c73" providerId="ADAL" clId="{F31BC264-820E-54C4-A6D1-F92AF9CC222E}" dt="2026-01-12T19:31:50.030" v="743" actId="1076"/>
          <ac:grpSpMkLst>
            <pc:docMk/>
            <pc:sldMk cId="346491558" sldId="315"/>
            <ac:grpSpMk id="26" creationId="{7B7EE73F-561C-C747-7B25-7F4013F0E9E0}"/>
          </ac:grpSpMkLst>
        </pc:grpChg>
        <pc:cxnChg chg="mod">
          <ac:chgData name="Toby Donaldson" userId="2e6e5431-bb17-4c41-9985-d39c50d83c73" providerId="ADAL" clId="{F31BC264-820E-54C4-A6D1-F92AF9CC222E}" dt="2026-01-12T19:30:50.499" v="624"/>
          <ac:cxnSpMkLst>
            <pc:docMk/>
            <pc:sldMk cId="346491558" sldId="315"/>
            <ac:cxnSpMk id="19" creationId="{6E93325A-A922-03A4-A3FE-D8C76ED413AD}"/>
          </ac:cxnSpMkLst>
        </pc:cxnChg>
        <pc:cxnChg chg="mod">
          <ac:chgData name="Toby Donaldson" userId="2e6e5431-bb17-4c41-9985-d39c50d83c73" providerId="ADAL" clId="{F31BC264-820E-54C4-A6D1-F92AF9CC222E}" dt="2026-01-12T19:30:50.499" v="624"/>
          <ac:cxnSpMkLst>
            <pc:docMk/>
            <pc:sldMk cId="346491558" sldId="315"/>
            <ac:cxnSpMk id="20" creationId="{4124243F-5A47-5D58-F8C5-62A35F59BB25}"/>
          </ac:cxnSpMkLst>
        </pc:cxnChg>
        <pc:cxnChg chg="mod">
          <ac:chgData name="Toby Donaldson" userId="2e6e5431-bb17-4c41-9985-d39c50d83c73" providerId="ADAL" clId="{F31BC264-820E-54C4-A6D1-F92AF9CC222E}" dt="2026-01-12T19:31:41.839" v="740"/>
          <ac:cxnSpMkLst>
            <pc:docMk/>
            <pc:sldMk cId="346491558" sldId="315"/>
            <ac:cxnSpMk id="24" creationId="{E3D26D8A-C70E-613B-048E-E2CEB0C8C7A9}"/>
          </ac:cxnSpMkLst>
        </pc:cxnChg>
        <pc:cxnChg chg="mod">
          <ac:chgData name="Toby Donaldson" userId="2e6e5431-bb17-4c41-9985-d39c50d83c73" providerId="ADAL" clId="{F31BC264-820E-54C4-A6D1-F92AF9CC222E}" dt="2026-01-12T19:31:41.839" v="740"/>
          <ac:cxnSpMkLst>
            <pc:docMk/>
            <pc:sldMk cId="346491558" sldId="315"/>
            <ac:cxnSpMk id="25" creationId="{11E50DAD-4E97-7327-9A9C-50A3F98D25DF}"/>
          </ac:cxnSpMkLst>
        </pc:cxnChg>
        <pc:cxnChg chg="mod">
          <ac:chgData name="Toby Donaldson" userId="2e6e5431-bb17-4c41-9985-d39c50d83c73" providerId="ADAL" clId="{F31BC264-820E-54C4-A6D1-F92AF9CC222E}" dt="2026-01-12T19:31:46.344" v="742"/>
          <ac:cxnSpMkLst>
            <pc:docMk/>
            <pc:sldMk cId="346491558" sldId="315"/>
            <ac:cxnSpMk id="27" creationId="{3E67D1F0-AD98-3447-45BA-D2244F1C27F5}"/>
          </ac:cxnSpMkLst>
        </pc:cxnChg>
        <pc:cxnChg chg="mod">
          <ac:chgData name="Toby Donaldson" userId="2e6e5431-bb17-4c41-9985-d39c50d83c73" providerId="ADAL" clId="{F31BC264-820E-54C4-A6D1-F92AF9CC222E}" dt="2026-01-12T19:31:46.344" v="742"/>
          <ac:cxnSpMkLst>
            <pc:docMk/>
            <pc:sldMk cId="346491558" sldId="315"/>
            <ac:cxnSpMk id="28" creationId="{B0BC2810-EF5B-06EF-3B58-1449EA741BD7}"/>
          </ac:cxnSpMkLst>
        </pc:cxnChg>
      </pc:sldChg>
      <pc:sldChg chg="delSp modSp add mod">
        <pc:chgData name="Toby Donaldson" userId="2e6e5431-bb17-4c41-9985-d39c50d83c73" providerId="ADAL" clId="{F31BC264-820E-54C4-A6D1-F92AF9CC222E}" dt="2026-01-12T19:33:45.558" v="872" actId="1076"/>
        <pc:sldMkLst>
          <pc:docMk/>
          <pc:sldMk cId="3698533850" sldId="316"/>
        </pc:sldMkLst>
        <pc:spChg chg="mod">
          <ac:chgData name="Toby Donaldson" userId="2e6e5431-bb17-4c41-9985-d39c50d83c73" providerId="ADAL" clId="{F31BC264-820E-54C4-A6D1-F92AF9CC222E}" dt="2026-01-12T19:33:45.558" v="872" actId="1076"/>
          <ac:spMkLst>
            <pc:docMk/>
            <pc:sldMk cId="3698533850" sldId="316"/>
            <ac:spMk id="3" creationId="{41781DCC-BF0F-7C1F-20DA-31339FEACF05}"/>
          </ac:spMkLst>
        </pc:spChg>
        <pc:spChg chg="del">
          <ac:chgData name="Toby Donaldson" userId="2e6e5431-bb17-4c41-9985-d39c50d83c73" providerId="ADAL" clId="{F31BC264-820E-54C4-A6D1-F92AF9CC222E}" dt="2026-01-12T19:32:07.723" v="745" actId="21"/>
          <ac:spMkLst>
            <pc:docMk/>
            <pc:sldMk cId="3698533850" sldId="316"/>
            <ac:spMk id="21" creationId="{FB06D9D4-2CEC-B28B-B393-E26C9ACC2591}"/>
          </ac:spMkLst>
        </pc:spChg>
        <pc:spChg chg="del">
          <ac:chgData name="Toby Donaldson" userId="2e6e5431-bb17-4c41-9985-d39c50d83c73" providerId="ADAL" clId="{F31BC264-820E-54C4-A6D1-F92AF9CC222E}" dt="2026-01-12T19:32:07.723" v="745" actId="21"/>
          <ac:spMkLst>
            <pc:docMk/>
            <pc:sldMk cId="3698533850" sldId="316"/>
            <ac:spMk id="22" creationId="{8DB6AC29-1BBE-3636-52D3-F1D93621C788}"/>
          </ac:spMkLst>
        </pc:spChg>
        <pc:grpChg chg="del">
          <ac:chgData name="Toby Donaldson" userId="2e6e5431-bb17-4c41-9985-d39c50d83c73" providerId="ADAL" clId="{F31BC264-820E-54C4-A6D1-F92AF9CC222E}" dt="2026-01-12T19:32:07.723" v="745" actId="21"/>
          <ac:grpSpMkLst>
            <pc:docMk/>
            <pc:sldMk cId="3698533850" sldId="316"/>
            <ac:grpSpMk id="4" creationId="{DD71DD33-B632-C4E1-70DC-90B9ABE92D9B}"/>
          </ac:grpSpMkLst>
        </pc:grpChg>
        <pc:grpChg chg="del">
          <ac:chgData name="Toby Donaldson" userId="2e6e5431-bb17-4c41-9985-d39c50d83c73" providerId="ADAL" clId="{F31BC264-820E-54C4-A6D1-F92AF9CC222E}" dt="2026-01-12T19:32:07.723" v="745" actId="21"/>
          <ac:grpSpMkLst>
            <pc:docMk/>
            <pc:sldMk cId="3698533850" sldId="316"/>
            <ac:grpSpMk id="15" creationId="{CF8DBBCD-76BA-0531-DF58-533EEB5E98FC}"/>
          </ac:grpSpMkLst>
        </pc:grpChg>
        <pc:grpChg chg="del">
          <ac:chgData name="Toby Donaldson" userId="2e6e5431-bb17-4c41-9985-d39c50d83c73" providerId="ADAL" clId="{F31BC264-820E-54C4-A6D1-F92AF9CC222E}" dt="2026-01-12T19:32:07.723" v="745" actId="21"/>
          <ac:grpSpMkLst>
            <pc:docMk/>
            <pc:sldMk cId="3698533850" sldId="316"/>
            <ac:grpSpMk id="18" creationId="{3CEB4B60-7A08-95AD-98DA-831A4AE9D0D7}"/>
          </ac:grpSpMkLst>
        </pc:grpChg>
        <pc:grpChg chg="del">
          <ac:chgData name="Toby Donaldson" userId="2e6e5431-bb17-4c41-9985-d39c50d83c73" providerId="ADAL" clId="{F31BC264-820E-54C4-A6D1-F92AF9CC222E}" dt="2026-01-12T19:32:07.723" v="745" actId="21"/>
          <ac:grpSpMkLst>
            <pc:docMk/>
            <pc:sldMk cId="3698533850" sldId="316"/>
            <ac:grpSpMk id="23" creationId="{59110CC1-8DF6-6844-9889-56A11F08BF93}"/>
          </ac:grpSpMkLst>
        </pc:grpChg>
        <pc:grpChg chg="del">
          <ac:chgData name="Toby Donaldson" userId="2e6e5431-bb17-4c41-9985-d39c50d83c73" providerId="ADAL" clId="{F31BC264-820E-54C4-A6D1-F92AF9CC222E}" dt="2026-01-12T19:32:07.723" v="745" actId="21"/>
          <ac:grpSpMkLst>
            <pc:docMk/>
            <pc:sldMk cId="3698533850" sldId="316"/>
            <ac:grpSpMk id="26" creationId="{6588F5BD-7CA1-1488-47F0-F6A9D3294EC5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8CB0B-4803-44BC-000B-BAB5ABBDE4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53C373-5F3F-7832-0AE2-DDDB2F4181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CMPT 125-D100</a:t>
            </a:r>
            <a:br>
              <a:rPr lang="en-US" dirty="0"/>
            </a:br>
            <a:r>
              <a:rPr lang="en-US" dirty="0"/>
              <a:t>Spring 2026</a:t>
            </a:r>
          </a:p>
          <a:p>
            <a:r>
              <a:rPr lang="en-US" dirty="0"/>
              <a:t>SFU Burnaby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74CA26-60A0-F5E3-EA9F-04376B69C722}"/>
              </a:ext>
            </a:extLst>
          </p:cNvPr>
          <p:cNvSpPr txBox="1"/>
          <p:nvPr/>
        </p:nvSpPr>
        <p:spPr>
          <a:xfrm>
            <a:off x="8865252" y="1577499"/>
            <a:ext cx="2888976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Finish basic C++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function calls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code</a:t>
            </a:r>
          </a:p>
        </p:txBody>
      </p:sp>
    </p:spTree>
    <p:extLst>
      <p:ext uri="{BB962C8B-B14F-4D97-AF65-F5344CB8AC3E}">
        <p14:creationId xmlns:p14="http://schemas.microsoft.com/office/powerpoint/2010/main" val="2354529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59CF4-1571-35AB-FBA0-D3D185454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199E3-DD9C-D634-9E4D-57D8FF73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95" y="-92075"/>
            <a:ext cx="3216965" cy="1325563"/>
          </a:xfrm>
        </p:spPr>
        <p:txBody>
          <a:bodyPr/>
          <a:lstStyle/>
          <a:p>
            <a:r>
              <a:rPr lang="en-US" dirty="0"/>
              <a:t>Compiling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BD36B5-B8A0-963B-4085-E431F3E372F2}"/>
              </a:ext>
            </a:extLst>
          </p:cNvPr>
          <p:cNvGrpSpPr/>
          <p:nvPr/>
        </p:nvGrpSpPr>
        <p:grpSpPr>
          <a:xfrm>
            <a:off x="2775836" y="1415231"/>
            <a:ext cx="1250920" cy="993914"/>
            <a:chOff x="1401417" y="1789043"/>
            <a:chExt cx="1250920" cy="993914"/>
          </a:xfrm>
        </p:grpSpPr>
        <p:sp>
          <p:nvSpPr>
            <p:cNvPr id="10" name="Document 9">
              <a:extLst>
                <a:ext uri="{FF2B5EF4-FFF2-40B4-BE49-F238E27FC236}">
                  <a16:creationId xmlns:a16="http://schemas.microsoft.com/office/drawing/2014/main" id="{D94A75FD-9D5C-6659-BBBC-CC22DF5991F9}"/>
                </a:ext>
              </a:extLst>
            </p:cNvPr>
            <p:cNvSpPr/>
            <p:nvPr/>
          </p:nvSpPr>
          <p:spPr>
            <a:xfrm>
              <a:off x="1401417" y="1789043"/>
              <a:ext cx="1250920" cy="993914"/>
            </a:xfrm>
            <a:prstGeom prst="flowChartDocumen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AEB101C-DA25-1504-0AC0-8E56FC500749}"/>
                </a:ext>
              </a:extLst>
            </p:cNvPr>
            <p:cNvSpPr txBox="1"/>
            <p:nvPr/>
          </p:nvSpPr>
          <p:spPr>
            <a:xfrm>
              <a:off x="1401417" y="2009001"/>
              <a:ext cx="12509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hello_world.cpp</a:t>
              </a:r>
              <a:endParaRPr lang="en-US" sz="1200" dirty="0"/>
            </a:p>
          </p:txBody>
        </p:sp>
      </p:grpSp>
      <p:sp>
        <p:nvSpPr>
          <p:cNvPr id="15" name="Process 14">
            <a:extLst>
              <a:ext uri="{FF2B5EF4-FFF2-40B4-BE49-F238E27FC236}">
                <a16:creationId xmlns:a16="http://schemas.microsoft.com/office/drawing/2014/main" id="{7C87165B-0FF0-A7A8-1DC5-BE392DA55B99}"/>
              </a:ext>
            </a:extLst>
          </p:cNvPr>
          <p:cNvSpPr/>
          <p:nvPr/>
        </p:nvSpPr>
        <p:spPr>
          <a:xfrm>
            <a:off x="2730405" y="3278301"/>
            <a:ext cx="1341783" cy="1081216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6F7873-7CF4-232A-F504-FA0785E8FA56}"/>
              </a:ext>
            </a:extLst>
          </p:cNvPr>
          <p:cNvSpPr txBox="1"/>
          <p:nvPr/>
        </p:nvSpPr>
        <p:spPr>
          <a:xfrm>
            <a:off x="2845695" y="3452092"/>
            <a:ext cx="1111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C++</a:t>
            </a:r>
            <a:br>
              <a:rPr lang="en-US" dirty="0"/>
            </a:br>
            <a:r>
              <a:rPr lang="en-US" dirty="0"/>
              <a:t>Compiler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7265D9-ACF4-3537-C062-47173942942F}"/>
              </a:ext>
            </a:extLst>
          </p:cNvPr>
          <p:cNvCxnSpPr>
            <a:stCxn id="10" idx="2"/>
            <a:endCxn id="15" idx="0"/>
          </p:cNvCxnSpPr>
          <p:nvPr/>
        </p:nvCxnSpPr>
        <p:spPr>
          <a:xfrm>
            <a:off x="3401296" y="2343436"/>
            <a:ext cx="1" cy="9348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580F72-ABD7-174D-24AF-B3A8F13AFDBA}"/>
              </a:ext>
            </a:extLst>
          </p:cNvPr>
          <p:cNvGrpSpPr/>
          <p:nvPr/>
        </p:nvGrpSpPr>
        <p:grpSpPr>
          <a:xfrm>
            <a:off x="2775836" y="5141371"/>
            <a:ext cx="1250920" cy="993914"/>
            <a:chOff x="1401417" y="1789043"/>
            <a:chExt cx="1250920" cy="993914"/>
          </a:xfrm>
        </p:grpSpPr>
        <p:sp>
          <p:nvSpPr>
            <p:cNvPr id="20" name="Document 19">
              <a:extLst>
                <a:ext uri="{FF2B5EF4-FFF2-40B4-BE49-F238E27FC236}">
                  <a16:creationId xmlns:a16="http://schemas.microsoft.com/office/drawing/2014/main" id="{7B3E4292-20F4-F4BB-E9DD-F951A48DF319}"/>
                </a:ext>
              </a:extLst>
            </p:cNvPr>
            <p:cNvSpPr/>
            <p:nvPr/>
          </p:nvSpPr>
          <p:spPr>
            <a:xfrm>
              <a:off x="1401417" y="1789043"/>
              <a:ext cx="1250920" cy="993914"/>
            </a:xfrm>
            <a:prstGeom prst="flowChartDocumen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679332-B5BC-7CB2-13BA-BEB721617430}"/>
                </a:ext>
              </a:extLst>
            </p:cNvPr>
            <p:cNvSpPr txBox="1"/>
            <p:nvPr/>
          </p:nvSpPr>
          <p:spPr>
            <a:xfrm>
              <a:off x="1401417" y="1983373"/>
              <a:ext cx="12509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./</a:t>
              </a:r>
              <a:r>
                <a:rPr lang="en-US" sz="1200" dirty="0" err="1"/>
                <a:t>hello_world</a:t>
              </a:r>
              <a:endParaRPr lang="en-US" sz="1200" dirty="0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2004E9-B219-8A84-5F14-6C7648A88F12}"/>
              </a:ext>
            </a:extLst>
          </p:cNvPr>
          <p:cNvCxnSpPr>
            <a:cxnSpLocks/>
            <a:stCxn id="15" idx="2"/>
            <a:endCxn id="20" idx="0"/>
          </p:cNvCxnSpPr>
          <p:nvPr/>
        </p:nvCxnSpPr>
        <p:spPr>
          <a:xfrm flipH="1">
            <a:off x="3401296" y="4359517"/>
            <a:ext cx="1" cy="781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rocess 24">
            <a:extLst>
              <a:ext uri="{FF2B5EF4-FFF2-40B4-BE49-F238E27FC236}">
                <a16:creationId xmlns:a16="http://schemas.microsoft.com/office/drawing/2014/main" id="{69ED06F8-9775-BE99-9983-1480F0983C45}"/>
              </a:ext>
            </a:extLst>
          </p:cNvPr>
          <p:cNvSpPr/>
          <p:nvPr/>
        </p:nvSpPr>
        <p:spPr>
          <a:xfrm>
            <a:off x="536712" y="1428990"/>
            <a:ext cx="1341783" cy="98015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81F8F1-7274-4A95-1CF0-BAEFB12FB02D}"/>
              </a:ext>
            </a:extLst>
          </p:cNvPr>
          <p:cNvSpPr txBox="1"/>
          <p:nvPr/>
        </p:nvSpPr>
        <p:spPr>
          <a:xfrm>
            <a:off x="823299" y="1579083"/>
            <a:ext cx="768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Text</a:t>
            </a:r>
            <a:br>
              <a:rPr lang="en-US" dirty="0"/>
            </a:br>
            <a:r>
              <a:rPr lang="en-US" dirty="0"/>
              <a:t>editor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6318E15-49CA-AA49-9CA2-821ADFA49218}"/>
              </a:ext>
            </a:extLst>
          </p:cNvPr>
          <p:cNvCxnSpPr>
            <a:cxnSpLocks/>
            <a:stCxn id="25" idx="3"/>
            <a:endCxn id="10" idx="1"/>
          </p:cNvCxnSpPr>
          <p:nvPr/>
        </p:nvCxnSpPr>
        <p:spPr>
          <a:xfrm flipV="1">
            <a:off x="1878495" y="1912188"/>
            <a:ext cx="897341" cy="6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E1EB327-DCF3-46E2-B906-8C74F86817BF}"/>
              </a:ext>
            </a:extLst>
          </p:cNvPr>
          <p:cNvSpPr txBox="1"/>
          <p:nvPr/>
        </p:nvSpPr>
        <p:spPr>
          <a:xfrm>
            <a:off x="652001" y="3495743"/>
            <a:ext cx="1111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Compiler</a:t>
            </a:r>
            <a:br>
              <a:rPr lang="en-US" dirty="0"/>
            </a:br>
            <a:r>
              <a:rPr lang="en-US" dirty="0"/>
              <a:t>error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3695471-A570-5CAD-E251-F218EC911C80}"/>
              </a:ext>
            </a:extLst>
          </p:cNvPr>
          <p:cNvCxnSpPr>
            <a:cxnSpLocks/>
            <a:stCxn id="15" idx="1"/>
            <a:endCxn id="32" idx="3"/>
          </p:cNvCxnSpPr>
          <p:nvPr/>
        </p:nvCxnSpPr>
        <p:spPr>
          <a:xfrm flipH="1">
            <a:off x="1763204" y="3818909"/>
            <a:ext cx="967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264B074-1501-F9A0-443F-60268002C0D7}"/>
              </a:ext>
            </a:extLst>
          </p:cNvPr>
          <p:cNvSpPr txBox="1"/>
          <p:nvPr/>
        </p:nvSpPr>
        <p:spPr>
          <a:xfrm>
            <a:off x="2604251" y="1099279"/>
            <a:ext cx="15940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source code file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B04031-5CCD-61D1-645E-36727D0E1A05}"/>
              </a:ext>
            </a:extLst>
          </p:cNvPr>
          <p:cNvSpPr txBox="1"/>
          <p:nvPr/>
        </p:nvSpPr>
        <p:spPr>
          <a:xfrm>
            <a:off x="2665774" y="6090081"/>
            <a:ext cx="14710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executable file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D476D1-DA30-45B5-2A4C-6B880E957C16}"/>
              </a:ext>
            </a:extLst>
          </p:cNvPr>
          <p:cNvSpPr txBox="1"/>
          <p:nvPr/>
        </p:nvSpPr>
        <p:spPr>
          <a:xfrm>
            <a:off x="5104019" y="2073270"/>
            <a:ext cx="6918261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$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make </a:t>
            </a:r>
            <a:r>
              <a:rPr lang="en-US" sz="3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hello_world.cpp</a:t>
            </a:r>
            <a:endParaRPr lang="en-US" sz="3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c++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 -std=</a:t>
            </a:r>
            <a:r>
              <a:rPr lang="en-US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c++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17 –Wall ...</a:t>
            </a:r>
          </a:p>
          <a:p>
            <a:endParaRPr lang="en-US" sz="3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$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ls</a:t>
            </a:r>
          </a:p>
          <a:p>
            <a:r>
              <a:rPr lang="en-US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hello_world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*  </a:t>
            </a:r>
            <a:r>
              <a:rPr lang="en-US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hello_world.cpp</a:t>
            </a:r>
            <a:endParaRPr lang="en-US" sz="3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$./</a:t>
            </a:r>
            <a:r>
              <a:rPr lang="en-US" sz="3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hello_world</a:t>
            </a:r>
            <a:endParaRPr lang="en-US" sz="3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Hello, world!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FEFB3C-3AA8-6819-7E7C-2B81C99F68DF}"/>
              </a:ext>
            </a:extLst>
          </p:cNvPr>
          <p:cNvSpPr txBox="1"/>
          <p:nvPr/>
        </p:nvSpPr>
        <p:spPr>
          <a:xfrm>
            <a:off x="6600497" y="296360"/>
            <a:ext cx="32169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Reminder</a:t>
            </a:r>
            <a:r>
              <a:rPr lang="en-US" dirty="0"/>
              <a:t>: In this course you should compile programs from the command-line. </a:t>
            </a:r>
          </a:p>
          <a:p>
            <a:pPr algn="ctr"/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make</a:t>
            </a:r>
            <a:r>
              <a:rPr lang="en-US" dirty="0"/>
              <a:t> to avoid typing.</a:t>
            </a:r>
          </a:p>
        </p:txBody>
      </p:sp>
    </p:spTree>
    <p:extLst>
      <p:ext uri="{BB962C8B-B14F-4D97-AF65-F5344CB8AC3E}">
        <p14:creationId xmlns:p14="http://schemas.microsoft.com/office/powerpoint/2010/main" val="4061947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2D098-3B50-6CBC-2F93-EAF51E9DE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4A1E8-3E56-59E2-A064-DD2A84B0E781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93C74A-40BE-58E3-6D5E-E5BB47763BB8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005AF3-F5E9-F95C-F95A-FADE3135C00B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0E3FBC-5AAB-D4C4-E68C-411870FF4398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95D91B1-8D2B-C1E2-0437-BE0EF7188FAA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224E76-6E23-F544-CE96-A97CAA5BAC74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B61F48-D147-AC81-C221-A201094F714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9CD0C22-3B2A-9749-208B-B71F340C2E05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6110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74FC-EDD1-6031-6A81-6FCF997DA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30859-F136-3F74-A3B5-A414AA9DA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2AAE16-1A8E-4DD8-DF75-01246FA77624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4EA48-4254-C1AA-3CA9-F774A81870BB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992953A-0FBB-8931-A39D-0A44236D4517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150523-8D8D-A8F6-D6E7-EAAD92C8A39C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2496FC-50FF-847A-A8ED-1A5AE5EC8055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0CF4941-EB9C-57F1-F881-64B7DB9AB17E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025AB27-7E51-3928-6130-799D42587FED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7D7DF93-ED58-9AD0-F7AE-27933EBC7E6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D2E739C-11D5-1C7B-D93C-D30F6BDC4461}"/>
              </a:ext>
            </a:extLst>
          </p:cNvPr>
          <p:cNvSpPr txBox="1"/>
          <p:nvPr/>
        </p:nvSpPr>
        <p:spPr>
          <a:xfrm>
            <a:off x="10037232" y="1745527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A6352A-1248-9379-AA1D-E3F2CA0DB2DF}"/>
              </a:ext>
            </a:extLst>
          </p:cNvPr>
          <p:cNvSpPr txBox="1"/>
          <p:nvPr/>
        </p:nvSpPr>
        <p:spPr>
          <a:xfrm>
            <a:off x="11193408" y="1745526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844EA20-F42E-F38B-E9C6-F41AB1FCF9C5}"/>
              </a:ext>
            </a:extLst>
          </p:cNvPr>
          <p:cNvGrpSpPr/>
          <p:nvPr/>
        </p:nvGrpSpPr>
        <p:grpSpPr>
          <a:xfrm>
            <a:off x="10281071" y="2695323"/>
            <a:ext cx="1230800" cy="2308324"/>
            <a:chOff x="8902635" y="869491"/>
            <a:chExt cx="487678" cy="230832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012C8A-0EE8-A1AD-78AF-C7CE7E00698C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AE0E95A-95D8-4B6E-C318-B118FF7FF58B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23083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temp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3627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B288-2582-1BB6-B116-CEE8129A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1E441-1D37-A1EE-19BC-990049770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0DDA28-6426-7FDF-715A-D8A3C99C8DCE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0D9A8A-C7C5-10F5-E638-0F2DF26F20A6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501FB-5484-7116-953A-6A195A861197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9269DE-76D2-2780-7112-5D70497AA8C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BA0FDE3-601C-72A3-5FFD-5BD6DEE17715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9845333-D117-2124-F243-CD9C778B8B6D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2B15D0-0AB2-9BE1-D41B-68FC31EF714B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DEA75FC-93A9-0499-812D-0FFBB78B35B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D1D6060-01E6-6A3A-72B2-CAA5EBA177E2}"/>
              </a:ext>
            </a:extLst>
          </p:cNvPr>
          <p:cNvSpPr txBox="1"/>
          <p:nvPr/>
        </p:nvSpPr>
        <p:spPr>
          <a:xfrm>
            <a:off x="10037232" y="1745527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44D47F-894B-7F47-27DF-297709CCA4FC}"/>
              </a:ext>
            </a:extLst>
          </p:cNvPr>
          <p:cNvSpPr txBox="1"/>
          <p:nvPr/>
        </p:nvSpPr>
        <p:spPr>
          <a:xfrm>
            <a:off x="11193408" y="1745526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3B9F4D-EC11-905B-C048-588DB5FFE22B}"/>
              </a:ext>
            </a:extLst>
          </p:cNvPr>
          <p:cNvSpPr txBox="1"/>
          <p:nvPr/>
        </p:nvSpPr>
        <p:spPr>
          <a:xfrm>
            <a:off x="10281071" y="3341654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4BFB46-C3BB-816B-9303-24EAFD00AEDF}"/>
              </a:ext>
            </a:extLst>
          </p:cNvPr>
          <p:cNvSpPr txBox="1"/>
          <p:nvPr/>
        </p:nvSpPr>
        <p:spPr>
          <a:xfrm>
            <a:off x="10281071" y="2695322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7F2AD7-CAE2-65D2-9FB7-388B88BA1240}"/>
              </a:ext>
            </a:extLst>
          </p:cNvPr>
          <p:cNvSpPr txBox="1"/>
          <p:nvPr/>
        </p:nvSpPr>
        <p:spPr>
          <a:xfrm>
            <a:off x="6539412" y="3987985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swap(x, y)</a:t>
            </a:r>
            <a:r>
              <a:rPr lang="en-US" dirty="0"/>
              <a:t> is called,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/>
              <a:t> become new names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(no copy is made).</a:t>
            </a:r>
          </a:p>
        </p:txBody>
      </p:sp>
    </p:spTree>
    <p:extLst>
      <p:ext uri="{BB962C8B-B14F-4D97-AF65-F5344CB8AC3E}">
        <p14:creationId xmlns:p14="http://schemas.microsoft.com/office/powerpoint/2010/main" val="1403931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D5EC0-0E5B-A462-3845-D17A2431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4965A-7DEA-D438-0C06-80486AE7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4B3F2B-8E37-43AC-6120-2FB5CFA4DB88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6DBDED-75F8-172C-17AD-57A127412384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E25A3B-1BD6-10D0-4DE3-4D2BC4DB0C62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75514-941D-20D0-9D62-244E13F6DA1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E0078A-26FD-3188-8475-D48DCDA81D9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DFC966-48E9-6F1C-44DB-EF3CCD85AFCE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1ED377B-23BA-10FA-6F5B-1262F4A9955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239CF5-030E-708F-0393-785ECB2102C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2C31562-F42D-4B46-518A-648BE5E1F772}"/>
              </a:ext>
            </a:extLst>
          </p:cNvPr>
          <p:cNvSpPr txBox="1"/>
          <p:nvPr/>
        </p:nvSpPr>
        <p:spPr>
          <a:xfrm>
            <a:off x="10037232" y="1745527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8F7D11-F9D8-F5E2-F3FE-3AC4A2A854B0}"/>
              </a:ext>
            </a:extLst>
          </p:cNvPr>
          <p:cNvSpPr txBox="1"/>
          <p:nvPr/>
        </p:nvSpPr>
        <p:spPr>
          <a:xfrm>
            <a:off x="11193408" y="1745526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930F59-DBCC-D6F9-E18F-9579748A3834}"/>
              </a:ext>
            </a:extLst>
          </p:cNvPr>
          <p:cNvSpPr txBox="1"/>
          <p:nvPr/>
        </p:nvSpPr>
        <p:spPr>
          <a:xfrm>
            <a:off x="10281071" y="3341654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810E18-E08F-F479-886F-991CE1F18665}"/>
              </a:ext>
            </a:extLst>
          </p:cNvPr>
          <p:cNvSpPr txBox="1"/>
          <p:nvPr/>
        </p:nvSpPr>
        <p:spPr>
          <a:xfrm>
            <a:off x="10281071" y="2695322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7349EF-4B71-94F7-B407-BB7C89BF1CEA}"/>
              </a:ext>
            </a:extLst>
          </p:cNvPr>
          <p:cNvSpPr txBox="1"/>
          <p:nvPr/>
        </p:nvSpPr>
        <p:spPr>
          <a:xfrm>
            <a:off x="6539412" y="3987985"/>
            <a:ext cx="32169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Changes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/>
              <a:t> are also changes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27653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39E89-CFE3-9886-E5FE-1E7E03FB2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5E396-9962-DFBE-12F8-9EDFB5FB0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ED0696-9023-E154-1F24-0029ED49B893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89D19-E433-A800-FD3A-D354657FD503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9AF4123-7634-AF65-F50C-C37188378333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9B39401-2B0F-A057-5261-93829CE0AE62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7AD70-1585-4862-4645-606819B4DCD4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CF7BFC-B3A8-B476-788A-38176A4241B3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61493-6A4B-A8FA-8375-35C2871AFC51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6D8868B-DE7C-075D-1BD7-BC83B8CA51B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2EFE09B-CC3F-2439-49AA-1299763249CA}"/>
              </a:ext>
            </a:extLst>
          </p:cNvPr>
          <p:cNvSpPr txBox="1"/>
          <p:nvPr/>
        </p:nvSpPr>
        <p:spPr>
          <a:xfrm>
            <a:off x="10037232" y="1745527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82483F-ED9D-2310-6AD1-7FA588C15490}"/>
              </a:ext>
            </a:extLst>
          </p:cNvPr>
          <p:cNvSpPr txBox="1"/>
          <p:nvPr/>
        </p:nvSpPr>
        <p:spPr>
          <a:xfrm>
            <a:off x="11193408" y="1745526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B274CD-5373-3649-4384-1324FBEEC75B}"/>
              </a:ext>
            </a:extLst>
          </p:cNvPr>
          <p:cNvSpPr txBox="1"/>
          <p:nvPr/>
        </p:nvSpPr>
        <p:spPr>
          <a:xfrm>
            <a:off x="10281071" y="3341654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A35479-018B-F007-01A1-55F7143C6D2F}"/>
              </a:ext>
            </a:extLst>
          </p:cNvPr>
          <p:cNvSpPr txBox="1"/>
          <p:nvPr/>
        </p:nvSpPr>
        <p:spPr>
          <a:xfrm>
            <a:off x="10281071" y="2695322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2D71C6-2B36-4514-4BA2-FE872DBCE485}"/>
              </a:ext>
            </a:extLst>
          </p:cNvPr>
          <p:cNvSpPr txBox="1"/>
          <p:nvPr/>
        </p:nvSpPr>
        <p:spPr>
          <a:xfrm>
            <a:off x="6539412" y="3987985"/>
            <a:ext cx="309382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swap</a:t>
            </a:r>
            <a:r>
              <a:rPr lang="en-US" dirty="0"/>
              <a:t> returns, its local variables and values are all de-allocated.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A6C087D-818C-5CAE-59C6-13BAAC1374C3}"/>
              </a:ext>
            </a:extLst>
          </p:cNvPr>
          <p:cNvGrpSpPr/>
          <p:nvPr/>
        </p:nvGrpSpPr>
        <p:grpSpPr>
          <a:xfrm>
            <a:off x="10248390" y="2847657"/>
            <a:ext cx="1486285" cy="1443791"/>
            <a:chOff x="8872151" y="4895139"/>
            <a:chExt cx="2007616" cy="927738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B774383-E2ED-1B76-B70B-4EB595B6D396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8F9B126-088C-6326-5D2A-036FEA4481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523F134-F25C-4503-47D4-35E9826C23B7}"/>
              </a:ext>
            </a:extLst>
          </p:cNvPr>
          <p:cNvGrpSpPr/>
          <p:nvPr/>
        </p:nvGrpSpPr>
        <p:grpSpPr>
          <a:xfrm>
            <a:off x="9973862" y="1881393"/>
            <a:ext cx="598696" cy="452846"/>
            <a:chOff x="8872151" y="4895139"/>
            <a:chExt cx="2007616" cy="927738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4A56D40-0696-1E1D-4D99-8959CFBE24DB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E790C82-0EBC-5265-A5B3-694D67A302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79A567-DE0D-5190-0A7F-02C2279048CF}"/>
              </a:ext>
            </a:extLst>
          </p:cNvPr>
          <p:cNvGrpSpPr/>
          <p:nvPr/>
        </p:nvGrpSpPr>
        <p:grpSpPr>
          <a:xfrm>
            <a:off x="11212523" y="1850979"/>
            <a:ext cx="598696" cy="452846"/>
            <a:chOff x="8872151" y="4895139"/>
            <a:chExt cx="2007616" cy="927738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8DA906C-3AA3-7781-F511-64482484CD72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F246CF3-EEDA-FE07-4698-7547E60F4D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2263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B0E6-903C-36A8-1644-98316B49B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0F2F-881E-69C6-DA0C-9468BB3E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1BA3BD-645D-B003-8FAE-126704588C06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1D965A-49E5-874F-7A67-D7CE7C36613C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359E9CA-98A7-D75E-3F7C-625988903A87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A7BFEC8-7D67-C150-01FE-75C43FA2E902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F6CF5AA-3341-B180-4A11-9D55266F9F1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A534F4-B0AC-6129-39EE-A35CC9B0D972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6529D4-425A-D370-981F-AEEC0011033C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B41CAB-E247-9470-280F-4605227BD9D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70FB431-ED62-50BB-6A24-011722DE9604}"/>
              </a:ext>
            </a:extLst>
          </p:cNvPr>
          <p:cNvSpPr txBox="1"/>
          <p:nvPr/>
        </p:nvSpPr>
        <p:spPr>
          <a:xfrm>
            <a:off x="9814561" y="2072099"/>
            <a:ext cx="218740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values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have been correctly swapped.</a:t>
            </a:r>
          </a:p>
        </p:txBody>
      </p:sp>
    </p:spTree>
    <p:extLst>
      <p:ext uri="{BB962C8B-B14F-4D97-AF65-F5344CB8AC3E}">
        <p14:creationId xmlns:p14="http://schemas.microsoft.com/office/powerpoint/2010/main" val="2986106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E055C-37A3-B70D-4BDC-9FFAFEBA9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477C4-ADF1-B0B9-24B2-0C8DA5C77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E068C5-3109-9AE2-4471-9F040E5FC8F8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737CEF-A10C-7186-243B-6830852F3CF3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A406226-13C8-C20B-8ADF-2CE3B355FD7F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B65EC93-AD05-6075-F426-F0A53C0D32A9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C50A0A-9C53-689D-C5F8-5A27B1BFBE0D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FE0861-1062-49BE-4D42-7A677B6D262C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85B6ED5-3947-7C37-2657-DD18481985BA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5F1FE0C-49EE-0B81-97B6-8CE9D19826A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2736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DBFB-964D-2520-E3A3-AE153575F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F8BCF-404A-6499-E4D8-71859DB88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5F2388-C84A-6019-336A-22455773DC18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BCF5D1-46F3-7CFA-2183-BE485690EBBC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E985F6A-AD5C-A76A-FE37-9DBFD232EDD5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B322D8-16F2-3201-5EAB-6EF3C0C490DF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1B0A210-652D-0711-19D9-81ACDA3C455C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F2E495E-14BA-0B41-9228-D1B644F029EF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99019E-38A8-7FAC-C65B-CFB85BD971E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FFE850F-4CE4-8B8A-A7FD-AE377A5BC6C8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B0D7BD7-CEE5-D963-AD5C-7459A5200229}"/>
              </a:ext>
            </a:extLst>
          </p:cNvPr>
          <p:cNvSpPr txBox="1"/>
          <p:nvPr/>
        </p:nvSpPr>
        <p:spPr>
          <a:xfrm>
            <a:off x="5886270" y="3674476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bad(x, y)</a:t>
            </a:r>
            <a:r>
              <a:rPr lang="en-US" dirty="0"/>
              <a:t> is called,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are copied into new local variables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95B45C5-A62B-5055-05DE-C3F73962F938}"/>
              </a:ext>
            </a:extLst>
          </p:cNvPr>
          <p:cNvGrpSpPr/>
          <p:nvPr/>
        </p:nvGrpSpPr>
        <p:grpSpPr>
          <a:xfrm>
            <a:off x="9954500" y="2915194"/>
            <a:ext cx="487678" cy="1292662"/>
            <a:chOff x="8902635" y="869491"/>
            <a:chExt cx="487678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19EB24-E807-7D8F-8B5F-FE73D62217E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0FB921-75C4-4557-2C7A-5CDEA2B3BB38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76242DE-F799-185D-642C-C9A58DD377A3}"/>
              </a:ext>
            </a:extLst>
          </p:cNvPr>
          <p:cNvGrpSpPr/>
          <p:nvPr/>
        </p:nvGrpSpPr>
        <p:grpSpPr>
          <a:xfrm>
            <a:off x="11110676" y="2915194"/>
            <a:ext cx="487678" cy="1292662"/>
            <a:chOff x="8902635" y="869491"/>
            <a:chExt cx="487678" cy="129266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7A8739-20BD-37FE-7A61-AED3276C754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DA1BC0-598C-AA49-3EFA-81B3DF26BDCF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32244E2-17CA-B084-6967-630455AC311D}"/>
              </a:ext>
            </a:extLst>
          </p:cNvPr>
          <p:cNvSpPr txBox="1"/>
          <p:nvPr/>
        </p:nvSpPr>
        <p:spPr>
          <a:xfrm>
            <a:off x="10254945" y="5177353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315694-DCFF-F1F2-5766-325A8E132668}"/>
              </a:ext>
            </a:extLst>
          </p:cNvPr>
          <p:cNvSpPr txBox="1"/>
          <p:nvPr/>
        </p:nvSpPr>
        <p:spPr>
          <a:xfrm>
            <a:off x="10254945" y="4531021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</p:spTree>
    <p:extLst>
      <p:ext uri="{BB962C8B-B14F-4D97-AF65-F5344CB8AC3E}">
        <p14:creationId xmlns:p14="http://schemas.microsoft.com/office/powerpoint/2010/main" val="2526696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C3B5-53EE-605B-CEE0-887F8BB21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CCF5F-49B0-B413-680E-0074E8CA9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6A2E22-5F9C-D2CF-8407-C780B1210D2B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308616-4982-E53A-D44E-E02A2B0F097A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F06E4B6-9FCB-322C-A1BB-FE65AC9116F5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AD1CB5-3F82-6502-30EF-AA3C920060AE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8FE789-1FF0-65C7-CF44-0DA369EFBE1E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4A715A2-0DB1-9914-571C-D846874500B4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50F6AC-74B4-20A2-1CB7-814ABCCA135A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234829-B1EB-3500-A60B-61DB916E7804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0783059-6552-98B2-FBC8-6060D95706E2}"/>
              </a:ext>
            </a:extLst>
          </p:cNvPr>
          <p:cNvSpPr txBox="1"/>
          <p:nvPr/>
        </p:nvSpPr>
        <p:spPr>
          <a:xfrm>
            <a:off x="5886270" y="3674476"/>
            <a:ext cx="32169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Changes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/>
              <a:t> </a:t>
            </a:r>
            <a:r>
              <a:rPr lang="en-US" b="1" dirty="0"/>
              <a:t>do not </a:t>
            </a:r>
            <a:r>
              <a:rPr lang="en-US" dirty="0"/>
              <a:t>change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680187-B4FE-9344-7941-86A47B442B98}"/>
              </a:ext>
            </a:extLst>
          </p:cNvPr>
          <p:cNvGrpSpPr/>
          <p:nvPr/>
        </p:nvGrpSpPr>
        <p:grpSpPr>
          <a:xfrm>
            <a:off x="9954500" y="2915194"/>
            <a:ext cx="487678" cy="1292662"/>
            <a:chOff x="8902635" y="869491"/>
            <a:chExt cx="487678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C3A3CC-A98A-9D42-EABB-00DDE63CE380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FF78161-E9CB-D7FD-7163-A61BFF605B9F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4D83C40-D9C3-BF48-32FC-30558EA15E49}"/>
              </a:ext>
            </a:extLst>
          </p:cNvPr>
          <p:cNvGrpSpPr/>
          <p:nvPr/>
        </p:nvGrpSpPr>
        <p:grpSpPr>
          <a:xfrm>
            <a:off x="11110676" y="2915194"/>
            <a:ext cx="487678" cy="1292662"/>
            <a:chOff x="8902635" y="869491"/>
            <a:chExt cx="487678" cy="129266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1EE427F-0317-6082-A74F-785FAD384F0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5497C13-F42B-1DA4-56A5-BCBBE4D1857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b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A737034-92C1-6C3D-3528-2F5DDF666A4C}"/>
              </a:ext>
            </a:extLst>
          </p:cNvPr>
          <p:cNvSpPr txBox="1"/>
          <p:nvPr/>
        </p:nvSpPr>
        <p:spPr>
          <a:xfrm>
            <a:off x="10254945" y="5177353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7065A2-116F-AAAF-EEF2-C400C6DBA32B}"/>
              </a:ext>
            </a:extLst>
          </p:cNvPr>
          <p:cNvSpPr txBox="1"/>
          <p:nvPr/>
        </p:nvSpPr>
        <p:spPr>
          <a:xfrm>
            <a:off x="10254945" y="4531021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</p:spTree>
    <p:extLst>
      <p:ext uri="{BB962C8B-B14F-4D97-AF65-F5344CB8AC3E}">
        <p14:creationId xmlns:p14="http://schemas.microsoft.com/office/powerpoint/2010/main" val="2718745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DB85-4F68-0973-D816-8B394D7E7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A973F-9E4C-72DF-A4E7-698BD3688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0EB61-B7A3-43B8-9174-8EE4C7358C6D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DFEEBE-D105-417B-4C5D-02CAF3E44658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920E98-F508-27C5-A2B7-2CFF0DA14C79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7544BB5-A55A-9C5A-2771-D8F071B1164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AD272D1-03FF-C9FB-6AA0-D9A025C898A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F367112-AC90-D8CF-D0BF-D752A64E48CE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4870F-3C78-B968-CEB4-FB625DEE94F8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2BB3B59-CB32-738D-8CFD-87CE762FDB9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A786B9B-85EE-34A1-04D3-D9C859A32B6D}"/>
              </a:ext>
            </a:extLst>
          </p:cNvPr>
          <p:cNvSpPr txBox="1"/>
          <p:nvPr/>
        </p:nvSpPr>
        <p:spPr>
          <a:xfrm>
            <a:off x="5886270" y="3674476"/>
            <a:ext cx="32169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Changes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/>
              <a:t> </a:t>
            </a:r>
            <a:r>
              <a:rPr lang="en-US" b="1" dirty="0"/>
              <a:t>do not </a:t>
            </a:r>
            <a:r>
              <a:rPr lang="en-US" dirty="0"/>
              <a:t>change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32EB21E-E0B1-F94A-B7DF-4B02F3E9B0FC}"/>
              </a:ext>
            </a:extLst>
          </p:cNvPr>
          <p:cNvGrpSpPr/>
          <p:nvPr/>
        </p:nvGrpSpPr>
        <p:grpSpPr>
          <a:xfrm>
            <a:off x="9954500" y="2915194"/>
            <a:ext cx="487678" cy="1292662"/>
            <a:chOff x="8902635" y="869491"/>
            <a:chExt cx="487678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380D4F4-0E6D-1CF5-9D83-D60B139796D1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EC2A9DD-AC0E-1346-6DDD-FA78F44F1677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835EED-61EB-3284-0E71-89A927B89C55}"/>
              </a:ext>
            </a:extLst>
          </p:cNvPr>
          <p:cNvGrpSpPr/>
          <p:nvPr/>
        </p:nvGrpSpPr>
        <p:grpSpPr>
          <a:xfrm>
            <a:off x="11110676" y="2915194"/>
            <a:ext cx="487678" cy="1292662"/>
            <a:chOff x="8902635" y="869491"/>
            <a:chExt cx="487678" cy="129266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068DCA8-BFA9-DEF3-468C-08D9CA8BD54D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08E009E-6408-1001-5A5A-B26483691D1D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b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9A7F5C-370B-F946-F51B-CFCDA7B152F7}"/>
              </a:ext>
            </a:extLst>
          </p:cNvPr>
          <p:cNvSpPr txBox="1"/>
          <p:nvPr/>
        </p:nvSpPr>
        <p:spPr>
          <a:xfrm>
            <a:off x="10254945" y="5177353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F1648D-F435-2015-E6F2-01EA2026BE4C}"/>
              </a:ext>
            </a:extLst>
          </p:cNvPr>
          <p:cNvSpPr txBox="1"/>
          <p:nvPr/>
        </p:nvSpPr>
        <p:spPr>
          <a:xfrm>
            <a:off x="10254945" y="4531021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</p:spTree>
    <p:extLst>
      <p:ext uri="{BB962C8B-B14F-4D97-AF65-F5344CB8AC3E}">
        <p14:creationId xmlns:p14="http://schemas.microsoft.com/office/powerpoint/2010/main" val="1841516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34C28-3E67-DDFA-4276-3CAD160E1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BD3A-1658-E389-D45F-90436CAB6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97C7B-FC47-02F0-8413-842E1B4B7C93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C184B9-5F9D-0CD5-4921-00BB10440FEC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65BD56-1CBF-F8D0-6E20-38858C838624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75DE56-D229-3FBD-3205-7514CC0BD5C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8369FC3-FA53-E097-3263-72B87FC6E4BB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D14706-96AA-3381-E605-A9010030BF8B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BEC80D-F2AD-EF7A-F5BD-8FD82DF0B8AF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6F32CF4-44D2-7CC0-CDB8-E01334E132B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A83A25C-F3EE-1508-DC0D-4D30BE1047CC}"/>
              </a:ext>
            </a:extLst>
          </p:cNvPr>
          <p:cNvSpPr txBox="1"/>
          <p:nvPr/>
        </p:nvSpPr>
        <p:spPr>
          <a:xfrm>
            <a:off x="5886270" y="3674476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bad returns, it’s local variables and values are automatically de-allocated.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CE1EC12-847E-6495-6061-0A723B21E32D}"/>
              </a:ext>
            </a:extLst>
          </p:cNvPr>
          <p:cNvGrpSpPr/>
          <p:nvPr/>
        </p:nvGrpSpPr>
        <p:grpSpPr>
          <a:xfrm>
            <a:off x="9954500" y="2915194"/>
            <a:ext cx="487678" cy="1292662"/>
            <a:chOff x="8902635" y="869491"/>
            <a:chExt cx="487678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F17DBD0-0CF2-0827-B3FF-5A8434BB9400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174B22-54AA-BFD7-A1B7-965424BB6EBB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33F003-D585-7EB8-DEB8-F1960316CF4A}"/>
              </a:ext>
            </a:extLst>
          </p:cNvPr>
          <p:cNvGrpSpPr/>
          <p:nvPr/>
        </p:nvGrpSpPr>
        <p:grpSpPr>
          <a:xfrm>
            <a:off x="11110676" y="2915194"/>
            <a:ext cx="487678" cy="1292662"/>
            <a:chOff x="8902635" y="869491"/>
            <a:chExt cx="487678" cy="129266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4D91249-A736-27B9-3EFD-ED090D57062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DB03001-E1CC-899A-2F89-DD77AC1D8435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b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5728A74-0177-9576-8E6F-BD4E03D00AB7}"/>
              </a:ext>
            </a:extLst>
          </p:cNvPr>
          <p:cNvSpPr txBox="1"/>
          <p:nvPr/>
        </p:nvSpPr>
        <p:spPr>
          <a:xfrm>
            <a:off x="10254945" y="5177353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88E9BD-9891-186A-B171-ACB19C1F848A}"/>
              </a:ext>
            </a:extLst>
          </p:cNvPr>
          <p:cNvSpPr txBox="1"/>
          <p:nvPr/>
        </p:nvSpPr>
        <p:spPr>
          <a:xfrm>
            <a:off x="10254945" y="4531021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8544D4-C665-0824-86EF-A9D635D82279}"/>
              </a:ext>
            </a:extLst>
          </p:cNvPr>
          <p:cNvGrpSpPr/>
          <p:nvPr/>
        </p:nvGrpSpPr>
        <p:grpSpPr>
          <a:xfrm>
            <a:off x="9771732" y="3296475"/>
            <a:ext cx="821412" cy="797009"/>
            <a:chOff x="8872151" y="4895139"/>
            <a:chExt cx="2007616" cy="927738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E93325A-A922-03A4-A3FE-D8C76ED413AD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124243F-5A47-5D58-F8C5-62A35F59BB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DBBE76-23B0-3D70-242E-C263663B3633}"/>
              </a:ext>
            </a:extLst>
          </p:cNvPr>
          <p:cNvGrpSpPr/>
          <p:nvPr/>
        </p:nvGrpSpPr>
        <p:grpSpPr>
          <a:xfrm>
            <a:off x="10943809" y="3324603"/>
            <a:ext cx="821412" cy="797009"/>
            <a:chOff x="8872151" y="4895139"/>
            <a:chExt cx="2007616" cy="927738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3D26D8A-C70E-613B-048E-E2CEB0C8C7A9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1E50DAD-4E97-7327-9A9C-50A3F98D2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7EE73F-561C-C747-7B25-7F4013F0E9E0}"/>
              </a:ext>
            </a:extLst>
          </p:cNvPr>
          <p:cNvGrpSpPr/>
          <p:nvPr/>
        </p:nvGrpSpPr>
        <p:grpSpPr>
          <a:xfrm>
            <a:off x="10442178" y="4713968"/>
            <a:ext cx="821412" cy="797009"/>
            <a:chOff x="8872151" y="4895139"/>
            <a:chExt cx="2007616" cy="92773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E67D1F0-AD98-3447-45BA-D2244F1C27F5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0BC2810-EF5B-06EF-3B58-1449EA741B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491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B561F-11FC-D2AE-148E-50D907D5B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4AA88-5C0C-D31B-889F-B744838DA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 dirty="0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32B27E-5E08-482B-7D92-219450CB0B2F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B7E84E-F45A-135E-85C1-926AF578E1D8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A63516A-636D-D96C-8AE8-360E9E39E409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2C2F3E8-BFA2-4C0C-B468-710962D6A06F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1AA3B6-9655-636F-D181-DA73F8F9427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2DCE543-BCA2-D50A-E1FC-0C91EF5E08F2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804B796-C01A-9392-0209-37390D7C23B1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7B403A-075B-CBB5-BC95-048CDCAC054A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1781DCC-BF0F-7C1F-20DA-31339FEACF05}"/>
              </a:ext>
            </a:extLst>
          </p:cNvPr>
          <p:cNvSpPr txBox="1"/>
          <p:nvPr/>
        </p:nvSpPr>
        <p:spPr>
          <a:xfrm>
            <a:off x="9282612" y="2228671"/>
            <a:ext cx="290938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are not swapped: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bad(x, y)</a:t>
            </a:r>
            <a:r>
              <a:rPr lang="en-US" dirty="0"/>
              <a:t> only swapped local copies (and then threw them away!)</a:t>
            </a:r>
          </a:p>
        </p:txBody>
      </p:sp>
    </p:spTree>
    <p:extLst>
      <p:ext uri="{BB962C8B-B14F-4D97-AF65-F5344CB8AC3E}">
        <p14:creationId xmlns:p14="http://schemas.microsoft.com/office/powerpoint/2010/main" val="3698533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530-5C0B-C90C-9D52-5327869BB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2AAAEF-3EE7-79CE-4370-D61CDA6930A7}"/>
              </a:ext>
            </a:extLst>
          </p:cNvPr>
          <p:cNvSpPr txBox="1"/>
          <p:nvPr/>
        </p:nvSpPr>
        <p:spPr>
          <a:xfrm>
            <a:off x="2303130" y="2844862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7A4A3-20A6-C8D1-902C-EFBF77266465}"/>
              </a:ext>
            </a:extLst>
          </p:cNvPr>
          <p:cNvSpPr txBox="1"/>
          <p:nvPr/>
        </p:nvSpPr>
        <p:spPr>
          <a:xfrm>
            <a:off x="210087" y="2198531"/>
            <a:ext cx="163949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defines the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5819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7A961-1EF8-46BF-5759-7E401FF90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570E0-E147-9531-1786-DF9B7FE24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3EFD8F-D061-A531-F8EF-B83BC7468C4F}"/>
              </a:ext>
            </a:extLst>
          </p:cNvPr>
          <p:cNvSpPr txBox="1"/>
          <p:nvPr/>
        </p:nvSpPr>
        <p:spPr>
          <a:xfrm>
            <a:off x="2303130" y="2844862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F88897-5837-6F2D-C78E-58BF3153B82F}"/>
              </a:ext>
            </a:extLst>
          </p:cNvPr>
          <p:cNvSpPr txBox="1"/>
          <p:nvPr/>
        </p:nvSpPr>
        <p:spPr>
          <a:xfrm>
            <a:off x="210087" y="2198531"/>
            <a:ext cx="163949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defines the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184F66-CBFE-A346-B6F5-9E063DC11A1A}"/>
              </a:ext>
            </a:extLst>
          </p:cNvPr>
          <p:cNvSpPr/>
          <p:nvPr/>
        </p:nvSpPr>
        <p:spPr>
          <a:xfrm>
            <a:off x="2303130" y="2844862"/>
            <a:ext cx="3603400" cy="6576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FAE0C8-031E-981F-FB86-ED182F715E2A}"/>
              </a:ext>
            </a:extLst>
          </p:cNvPr>
          <p:cNvSpPr txBox="1"/>
          <p:nvPr/>
        </p:nvSpPr>
        <p:spPr>
          <a:xfrm>
            <a:off x="8023676" y="1944609"/>
            <a:ext cx="108325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Function header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AFE7FA-933A-0884-9012-F93A0235E604}"/>
              </a:ext>
            </a:extLst>
          </p:cNvPr>
          <p:cNvCxnSpPr>
            <a:stCxn id="8" idx="1"/>
            <a:endCxn id="6" idx="3"/>
          </p:cNvCxnSpPr>
          <p:nvPr/>
        </p:nvCxnSpPr>
        <p:spPr>
          <a:xfrm flipH="1">
            <a:off x="5906530" y="2267775"/>
            <a:ext cx="2117146" cy="9059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8BCC79D-8DB8-4277-CFD0-0B4FD0DCB814}"/>
              </a:ext>
            </a:extLst>
          </p:cNvPr>
          <p:cNvSpPr txBox="1"/>
          <p:nvPr/>
        </p:nvSpPr>
        <p:spPr>
          <a:xfrm>
            <a:off x="8023676" y="3799387"/>
            <a:ext cx="108325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Function body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8A18A4-2F89-31E5-37A3-0103ED219A8A}"/>
              </a:ext>
            </a:extLst>
          </p:cNvPr>
          <p:cNvCxnSpPr>
            <a:cxnSpLocks/>
            <a:stCxn id="12" idx="1"/>
            <a:endCxn id="7" idx="3"/>
          </p:cNvCxnSpPr>
          <p:nvPr/>
        </p:nvCxnSpPr>
        <p:spPr>
          <a:xfrm flipH="1">
            <a:off x="6858000" y="4122553"/>
            <a:ext cx="1165676" cy="323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E7AA6171-2A41-7801-9907-A39FBDFCF701}"/>
              </a:ext>
            </a:extLst>
          </p:cNvPr>
          <p:cNvSpPr/>
          <p:nvPr/>
        </p:nvSpPr>
        <p:spPr>
          <a:xfrm>
            <a:off x="2303130" y="3590386"/>
            <a:ext cx="4554870" cy="17106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000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EA170-9826-6D8D-1CF1-A87D23AA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B1833-39DE-A29F-4C66-2D2101848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EEB14-8523-30F3-D6E6-F186AEBE314C}"/>
              </a:ext>
            </a:extLst>
          </p:cNvPr>
          <p:cNvSpPr txBox="1"/>
          <p:nvPr/>
        </p:nvSpPr>
        <p:spPr>
          <a:xfrm>
            <a:off x="2303130" y="2844862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0C2BE8-9FA2-3BB2-7090-70B3FC1854EF}"/>
              </a:ext>
            </a:extLst>
          </p:cNvPr>
          <p:cNvSpPr txBox="1"/>
          <p:nvPr/>
        </p:nvSpPr>
        <p:spPr>
          <a:xfrm>
            <a:off x="210087" y="2198531"/>
            <a:ext cx="163949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defines the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BC3FD-7852-6BFB-3553-2A418B9393CB}"/>
              </a:ext>
            </a:extLst>
          </p:cNvPr>
          <p:cNvSpPr/>
          <p:nvPr/>
        </p:nvSpPr>
        <p:spPr>
          <a:xfrm>
            <a:off x="2303130" y="2844862"/>
            <a:ext cx="946697" cy="6576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262581-F8CD-1E5F-7455-45FE8ADF1C5C}"/>
              </a:ext>
            </a:extLst>
          </p:cNvPr>
          <p:cNvSpPr txBox="1"/>
          <p:nvPr/>
        </p:nvSpPr>
        <p:spPr>
          <a:xfrm>
            <a:off x="3958475" y="1690688"/>
            <a:ext cx="108325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Type of returned value.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EAB713-C6B2-6607-5C55-A3555B08DCC1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2743200" y="2152353"/>
            <a:ext cx="1215275" cy="692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44674E5-302E-B898-725F-B4B48B2DBF57}"/>
              </a:ext>
            </a:extLst>
          </p:cNvPr>
          <p:cNvSpPr txBox="1"/>
          <p:nvPr/>
        </p:nvSpPr>
        <p:spPr>
          <a:xfrm>
            <a:off x="7527701" y="2521696"/>
            <a:ext cx="1268605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Returned value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F256-2918-665D-6293-4D3F4C2CE4A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5869459" y="2844862"/>
            <a:ext cx="1658242" cy="1329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14FC2FA-4DAF-72E6-4407-62AF91274375}"/>
              </a:ext>
            </a:extLst>
          </p:cNvPr>
          <p:cNvSpPr/>
          <p:nvPr/>
        </p:nvSpPr>
        <p:spPr>
          <a:xfrm>
            <a:off x="5041729" y="4174283"/>
            <a:ext cx="1618563" cy="5212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483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6FD08-AFFB-BBFF-16E3-F7944B958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EA1F3-B095-DAC3-5A3D-D83849DE4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 dirty="0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AC7B0-27B7-29C5-95B6-18C0977B9D94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1BA269-3A27-7148-F968-7BDD8FA26F19}"/>
              </a:ext>
            </a:extLst>
          </p:cNvPr>
          <p:cNvSpPr/>
          <p:nvPr/>
        </p:nvSpPr>
        <p:spPr>
          <a:xfrm>
            <a:off x="1866569" y="3124910"/>
            <a:ext cx="1475565" cy="6576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DDAA6-71F5-8B3F-6B59-0498D2F18324}"/>
              </a:ext>
            </a:extLst>
          </p:cNvPr>
          <p:cNvSpPr txBox="1"/>
          <p:nvPr/>
        </p:nvSpPr>
        <p:spPr>
          <a:xfrm>
            <a:off x="1435171" y="1970736"/>
            <a:ext cx="216898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single parameter passed by value.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3C0887-71B8-DEBD-7B2F-BD4463513E40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>
            <a:off x="2519661" y="2617067"/>
            <a:ext cx="84691" cy="507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284FAC7-64CB-81FE-B58A-92380D380B61}"/>
              </a:ext>
            </a:extLst>
          </p:cNvPr>
          <p:cNvSpPr txBox="1"/>
          <p:nvPr/>
        </p:nvSpPr>
        <p:spPr>
          <a:xfrm>
            <a:off x="3927020" y="1690688"/>
            <a:ext cx="21689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Pass by value means the function is given a copy of the value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5157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F1F53-BD79-BBF5-263B-CA1CE0B91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F090A-02CE-0D3D-EE51-B8D6BA73E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 dirty="0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259830-8A1E-CCC7-1ADA-1DFBEEAE8E6B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563637-F7BB-5C1C-53DE-40BD1C037509}"/>
              </a:ext>
            </a:extLst>
          </p:cNvPr>
          <p:cNvSpPr txBox="1"/>
          <p:nvPr/>
        </p:nvSpPr>
        <p:spPr>
          <a:xfrm>
            <a:off x="6096000" y="3339417"/>
            <a:ext cx="4819136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 // 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11EB861-9A0B-30BF-A6B3-0EC4EFC2D332}"/>
              </a:ext>
            </a:extLst>
          </p:cNvPr>
          <p:cNvGrpSpPr/>
          <p:nvPr/>
        </p:nvGrpSpPr>
        <p:grpSpPr>
          <a:xfrm>
            <a:off x="7645335" y="931837"/>
            <a:ext cx="487678" cy="1292662"/>
            <a:chOff x="8902635" y="869491"/>
            <a:chExt cx="487678" cy="129266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C721083-780C-3747-D1B6-9A000EB0C6DB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3FAF5B-E401-6208-F686-C00ED29ECD22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9BF6F58-F729-2FB9-B5A6-706D4DD91A80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7889174" y="2224499"/>
            <a:ext cx="0" cy="120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95A0F5B-EF8E-AEF7-2CCD-6641B9104411}"/>
              </a:ext>
            </a:extLst>
          </p:cNvPr>
          <p:cNvSpPr txBox="1"/>
          <p:nvPr/>
        </p:nvSpPr>
        <p:spPr>
          <a:xfrm>
            <a:off x="8746156" y="1077259"/>
            <a:ext cx="216898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n = 3</a:t>
            </a:r>
            <a:r>
              <a:rPr lang="en-US" dirty="0"/>
              <a:t> runs we imagine a memory location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/>
              <a:t> is created with value 3.</a:t>
            </a:r>
          </a:p>
        </p:txBody>
      </p:sp>
    </p:spTree>
    <p:extLst>
      <p:ext uri="{BB962C8B-B14F-4D97-AF65-F5344CB8AC3E}">
        <p14:creationId xmlns:p14="http://schemas.microsoft.com/office/powerpoint/2010/main" val="3744391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68120-8394-715B-93FE-0467155A3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A1D5-C4BF-4866-4F75-E8B657FC4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 dirty="0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21CB0-F0CD-15FA-5EEE-BABBBEDEAA4C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95200-0649-A265-C474-2FA2496A1FCD}"/>
              </a:ext>
            </a:extLst>
          </p:cNvPr>
          <p:cNvSpPr txBox="1"/>
          <p:nvPr/>
        </p:nvSpPr>
        <p:spPr>
          <a:xfrm>
            <a:off x="6096000" y="3339417"/>
            <a:ext cx="4819136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 // 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5F32236-2D5D-A029-B606-050500C7724A}"/>
              </a:ext>
            </a:extLst>
          </p:cNvPr>
          <p:cNvGrpSpPr/>
          <p:nvPr/>
        </p:nvGrpSpPr>
        <p:grpSpPr>
          <a:xfrm>
            <a:off x="7645335" y="931837"/>
            <a:ext cx="487678" cy="1292662"/>
            <a:chOff x="8902635" y="869491"/>
            <a:chExt cx="487678" cy="129266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B7393E-EA63-8771-88D0-A8C266DA811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D21526-490D-0922-E61F-847530896417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40D5D1-5E99-301E-0A22-4463D8E365CB}"/>
              </a:ext>
            </a:extLst>
          </p:cNvPr>
          <p:cNvGrpSpPr/>
          <p:nvPr/>
        </p:nvGrpSpPr>
        <p:grpSpPr>
          <a:xfrm>
            <a:off x="8261729" y="5093743"/>
            <a:ext cx="487678" cy="1292662"/>
            <a:chOff x="8902635" y="869491"/>
            <a:chExt cx="487678" cy="129266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15DF541-6F0F-90C5-24B2-B4CAF49F154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7F18EFA-4A04-0A2E-4434-8EFA60462AA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F2E331-C205-E12B-29B4-01C21A9BA233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7889174" y="2224499"/>
            <a:ext cx="0" cy="120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E0029B0-3D4F-7F39-A81A-1B98AD392EC1}"/>
              </a:ext>
            </a:extLst>
          </p:cNvPr>
          <p:cNvGrpSpPr/>
          <p:nvPr/>
        </p:nvGrpSpPr>
        <p:grpSpPr>
          <a:xfrm>
            <a:off x="10012535" y="5093743"/>
            <a:ext cx="487678" cy="1292662"/>
            <a:chOff x="8902635" y="869491"/>
            <a:chExt cx="487678" cy="129266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FBF979C-6B3A-E0C3-B6B3-F102CAD07F3F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CB29573-58F4-9306-84DD-A26594B524EF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CA" sz="3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D71E65E-3BA0-474F-6491-6437CAB2D157}"/>
              </a:ext>
            </a:extLst>
          </p:cNvPr>
          <p:cNvSpPr txBox="1"/>
          <p:nvPr/>
        </p:nvSpPr>
        <p:spPr>
          <a:xfrm>
            <a:off x="8940478" y="5878573"/>
            <a:ext cx="899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9115C-F756-9C3F-25F7-B175E6DE0CC4}"/>
              </a:ext>
            </a:extLst>
          </p:cNvPr>
          <p:cNvSpPr txBox="1"/>
          <p:nvPr/>
        </p:nvSpPr>
        <p:spPr>
          <a:xfrm>
            <a:off x="8746156" y="1077259"/>
            <a:ext cx="216898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n = 3</a:t>
            </a:r>
            <a:r>
              <a:rPr lang="en-US" dirty="0"/>
              <a:t> runs we imagine a memory location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/>
              <a:t> is created with value 3.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A9A71A-75B0-0307-FB6A-F27AD370C300}"/>
              </a:ext>
            </a:extLst>
          </p:cNvPr>
          <p:cNvSpPr txBox="1"/>
          <p:nvPr/>
        </p:nvSpPr>
        <p:spPr>
          <a:xfrm>
            <a:off x="4192043" y="5380672"/>
            <a:ext cx="21689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f(n)</a:t>
            </a:r>
            <a:r>
              <a:rPr lang="en-US" dirty="0"/>
              <a:t> is called,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is created with a copy of the value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DBF741-9A84-0DBC-6822-31E9FC7F633A}"/>
              </a:ext>
            </a:extLst>
          </p:cNvPr>
          <p:cNvSpPr txBox="1"/>
          <p:nvPr/>
        </p:nvSpPr>
        <p:spPr>
          <a:xfrm>
            <a:off x="1230857" y="5519171"/>
            <a:ext cx="224199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is a </a:t>
            </a:r>
            <a:r>
              <a:rPr lang="en-US" b="1" dirty="0"/>
              <a:t>local variable</a:t>
            </a:r>
            <a:r>
              <a:rPr lang="en-US" dirty="0"/>
              <a:t>: it only exists when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 is running.</a:t>
            </a:r>
          </a:p>
        </p:txBody>
      </p:sp>
    </p:spTree>
    <p:extLst>
      <p:ext uri="{BB962C8B-B14F-4D97-AF65-F5344CB8AC3E}">
        <p14:creationId xmlns:p14="http://schemas.microsoft.com/office/powerpoint/2010/main" val="1666785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23FEA-47BC-1C79-2D2F-AB7C578C2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F6E04-BE02-A547-3FF8-027C54363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 dirty="0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9B6230-9152-7BC2-D889-B07132EC7E92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0D6F9A-D59D-AD46-76DA-DF68237CCF50}"/>
              </a:ext>
            </a:extLst>
          </p:cNvPr>
          <p:cNvSpPr txBox="1"/>
          <p:nvPr/>
        </p:nvSpPr>
        <p:spPr>
          <a:xfrm>
            <a:off x="6096000" y="3339417"/>
            <a:ext cx="4819136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 // 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239CCCB-09A7-1CC2-FEDE-A607029D57A7}"/>
              </a:ext>
            </a:extLst>
          </p:cNvPr>
          <p:cNvGrpSpPr/>
          <p:nvPr/>
        </p:nvGrpSpPr>
        <p:grpSpPr>
          <a:xfrm>
            <a:off x="7645335" y="931837"/>
            <a:ext cx="487678" cy="1292662"/>
            <a:chOff x="8902635" y="869491"/>
            <a:chExt cx="487678" cy="129266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926D632-31CF-2C29-700C-E35201C9FBF0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E47A01-9B22-0593-C268-01A01BB06B4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BAF966F-54DC-9388-1837-2EBE4EE59E6C}"/>
              </a:ext>
            </a:extLst>
          </p:cNvPr>
          <p:cNvGrpSpPr/>
          <p:nvPr/>
        </p:nvGrpSpPr>
        <p:grpSpPr>
          <a:xfrm>
            <a:off x="8261729" y="5093743"/>
            <a:ext cx="487678" cy="1292662"/>
            <a:chOff x="8902635" y="869491"/>
            <a:chExt cx="487678" cy="129266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DEA74D-DF75-916B-C32E-7A0FD238EC9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9FB79B-FEEA-0AA6-83A5-F7B4DADC8398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9E46AE-CA8D-1634-F624-155CCB629837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7889174" y="2224499"/>
            <a:ext cx="0" cy="120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E4121F4-B2B4-59CE-CE50-4534E782A3F8}"/>
              </a:ext>
            </a:extLst>
          </p:cNvPr>
          <p:cNvGrpSpPr/>
          <p:nvPr/>
        </p:nvGrpSpPr>
        <p:grpSpPr>
          <a:xfrm>
            <a:off x="10012535" y="5093743"/>
            <a:ext cx="487678" cy="1292662"/>
            <a:chOff x="8902635" y="869491"/>
            <a:chExt cx="487678" cy="129266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B6D976-95D5-AD6E-ED20-6C06385FD238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F270E02-FDF3-78CE-44E7-7067EB3FD7C7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CA" sz="3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E648D62-066A-D886-697A-56ABE78FA9AC}"/>
              </a:ext>
            </a:extLst>
          </p:cNvPr>
          <p:cNvSpPr txBox="1"/>
          <p:nvPr/>
        </p:nvSpPr>
        <p:spPr>
          <a:xfrm>
            <a:off x="8940478" y="5878573"/>
            <a:ext cx="899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01BA1-893A-90E8-170D-5433382797B5}"/>
              </a:ext>
            </a:extLst>
          </p:cNvPr>
          <p:cNvSpPr txBox="1"/>
          <p:nvPr/>
        </p:nvSpPr>
        <p:spPr>
          <a:xfrm>
            <a:off x="8746156" y="1077259"/>
            <a:ext cx="216898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n = 3</a:t>
            </a:r>
            <a:r>
              <a:rPr lang="en-US" dirty="0"/>
              <a:t> runs we imagine a memory location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/>
              <a:t> is created with value 3.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71BF46-03BA-03F7-64C0-60741CBDA8CB}"/>
              </a:ext>
            </a:extLst>
          </p:cNvPr>
          <p:cNvSpPr txBox="1"/>
          <p:nvPr/>
        </p:nvSpPr>
        <p:spPr>
          <a:xfrm>
            <a:off x="4192043" y="5380672"/>
            <a:ext cx="21689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Important</a:t>
            </a:r>
            <a:r>
              <a:rPr lang="en-US" dirty="0"/>
              <a:t>: when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 </a:t>
            </a:r>
            <a:r>
              <a:rPr lang="en-US" b="1" dirty="0"/>
              <a:t>ends</a:t>
            </a:r>
            <a:r>
              <a:rPr lang="en-US" dirty="0"/>
              <a:t>, what happens to memory location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F575697-25C9-4EC4-694F-7D6E0B1B295B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361023" y="5964382"/>
            <a:ext cx="1900706" cy="98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CBF9966-AF29-4676-1BB3-FA4BAAFFEB95}"/>
              </a:ext>
            </a:extLst>
          </p:cNvPr>
          <p:cNvSpPr txBox="1"/>
          <p:nvPr/>
        </p:nvSpPr>
        <p:spPr>
          <a:xfrm>
            <a:off x="7103627" y="559505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148621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9FB5-D72B-DCE1-F00E-E11399537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A84C6-2557-9E60-68C5-71544F72E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 dirty="0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D198ED-5FB6-CFB0-064A-A77DAA74FD2F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18EF23-11FD-3DAF-C391-3CDE1967FD8B}"/>
              </a:ext>
            </a:extLst>
          </p:cNvPr>
          <p:cNvSpPr txBox="1"/>
          <p:nvPr/>
        </p:nvSpPr>
        <p:spPr>
          <a:xfrm>
            <a:off x="6096000" y="3339417"/>
            <a:ext cx="4819136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 // 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0EB9F58-59B0-B6C4-946E-8F2C1F5DEC7D}"/>
              </a:ext>
            </a:extLst>
          </p:cNvPr>
          <p:cNvGrpSpPr/>
          <p:nvPr/>
        </p:nvGrpSpPr>
        <p:grpSpPr>
          <a:xfrm>
            <a:off x="7645335" y="931837"/>
            <a:ext cx="487678" cy="1292662"/>
            <a:chOff x="8902635" y="869491"/>
            <a:chExt cx="487678" cy="129266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FC60C6-43EE-996C-4AF1-889EF0DF297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BE273D-B82A-C4EC-E791-1D6B8967A0D6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D7269A-EBBF-6B0C-FB19-D9171CC494D1}"/>
              </a:ext>
            </a:extLst>
          </p:cNvPr>
          <p:cNvGrpSpPr/>
          <p:nvPr/>
        </p:nvGrpSpPr>
        <p:grpSpPr>
          <a:xfrm>
            <a:off x="8261729" y="5093743"/>
            <a:ext cx="487678" cy="1292662"/>
            <a:chOff x="8902635" y="869491"/>
            <a:chExt cx="487678" cy="129266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585E6A1-BBA3-00A4-5811-BB284CCB9CE6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744FDFF-B5C3-8E40-6C7F-4916C330855D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C9B0FF-C394-1F80-DF69-4A09EE01D775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7889174" y="2224499"/>
            <a:ext cx="0" cy="120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91F834A-093A-8FBE-EB91-B3BF0F1A83F6}"/>
              </a:ext>
            </a:extLst>
          </p:cNvPr>
          <p:cNvGrpSpPr/>
          <p:nvPr/>
        </p:nvGrpSpPr>
        <p:grpSpPr>
          <a:xfrm>
            <a:off x="10012535" y="5093743"/>
            <a:ext cx="487678" cy="1292662"/>
            <a:chOff x="8902635" y="869491"/>
            <a:chExt cx="487678" cy="129266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594F12-7CA8-5018-2C3E-80797D20CE6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23340D4-1FCE-9419-D10A-8573D9268F6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CA" sz="3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E0B13CE-AFF8-6384-D2B0-5B2CDAF79B5B}"/>
              </a:ext>
            </a:extLst>
          </p:cNvPr>
          <p:cNvSpPr txBox="1"/>
          <p:nvPr/>
        </p:nvSpPr>
        <p:spPr>
          <a:xfrm>
            <a:off x="8940478" y="5878573"/>
            <a:ext cx="899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97ED0B-FA33-3183-71A8-C1BAFCB2C9D6}"/>
              </a:ext>
            </a:extLst>
          </p:cNvPr>
          <p:cNvSpPr txBox="1"/>
          <p:nvPr/>
        </p:nvSpPr>
        <p:spPr>
          <a:xfrm>
            <a:off x="8746156" y="1077259"/>
            <a:ext cx="216898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n = 3</a:t>
            </a:r>
            <a:r>
              <a:rPr lang="en-US" dirty="0"/>
              <a:t> runs we imagine a memory location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/>
              <a:t> is created with value 3.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10B278-9283-C1D1-13BE-DD4D2C3DC2BB}"/>
              </a:ext>
            </a:extLst>
          </p:cNvPr>
          <p:cNvSpPr txBox="1"/>
          <p:nvPr/>
        </p:nvSpPr>
        <p:spPr>
          <a:xfrm>
            <a:off x="4192043" y="5380672"/>
            <a:ext cx="21689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Important</a:t>
            </a:r>
            <a:r>
              <a:rPr lang="en-US" dirty="0"/>
              <a:t>: when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 </a:t>
            </a:r>
            <a:r>
              <a:rPr lang="en-US" b="1" dirty="0"/>
              <a:t>ends</a:t>
            </a:r>
            <a:r>
              <a:rPr lang="en-US" dirty="0"/>
              <a:t>, what happens to memory location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3D73D4-7A09-5DCD-7C74-1835D7E36509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361023" y="5964382"/>
            <a:ext cx="1900706" cy="98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85234F7-706D-B267-865E-27EC8BD8903D}"/>
              </a:ext>
            </a:extLst>
          </p:cNvPr>
          <p:cNvSpPr txBox="1"/>
          <p:nvPr/>
        </p:nvSpPr>
        <p:spPr>
          <a:xfrm>
            <a:off x="7103627" y="559505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50E107-722E-395F-C226-77CF1D06B9ED}"/>
              </a:ext>
            </a:extLst>
          </p:cNvPr>
          <p:cNvSpPr txBox="1"/>
          <p:nvPr/>
        </p:nvSpPr>
        <p:spPr>
          <a:xfrm>
            <a:off x="1523217" y="5225718"/>
            <a:ext cx="1908796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Answer</a:t>
            </a:r>
            <a:r>
              <a:rPr lang="en-US" dirty="0"/>
              <a:t>: it is </a:t>
            </a:r>
            <a:r>
              <a:rPr lang="en-US" i="1" dirty="0"/>
              <a:t>automatically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de-allocated so that the memory can be re-used.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C23BC9-0A77-EF2B-1D6D-9CD7A586CE45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432013" y="5964382"/>
            <a:ext cx="760030" cy="164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687FA80-7C4C-B3F8-6434-BD615F9D1AB0}"/>
              </a:ext>
            </a:extLst>
          </p:cNvPr>
          <p:cNvCxnSpPr>
            <a:cxnSpLocks/>
          </p:cNvCxnSpPr>
          <p:nvPr/>
        </p:nvCxnSpPr>
        <p:spPr>
          <a:xfrm>
            <a:off x="8097459" y="5380672"/>
            <a:ext cx="684794" cy="100573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117AA9-8974-D03F-576F-8053415FB01E}"/>
              </a:ext>
            </a:extLst>
          </p:cNvPr>
          <p:cNvCxnSpPr>
            <a:cxnSpLocks/>
          </p:cNvCxnSpPr>
          <p:nvPr/>
        </p:nvCxnSpPr>
        <p:spPr>
          <a:xfrm flipV="1">
            <a:off x="8163171" y="5560373"/>
            <a:ext cx="777307" cy="82603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5104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971A1-2686-459C-16CE-D63A54302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636BF-2DF4-7F22-C995-05C89CFDF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BD2B83-5DCC-C875-73D6-7D16C4DB08AB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6B586E-6EF6-366D-4BDE-7CCB9DB52D2E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917C80-2571-F40F-046B-849DE013CCD0}"/>
              </a:ext>
            </a:extLst>
          </p:cNvPr>
          <p:cNvSpPr txBox="1"/>
          <p:nvPr/>
        </p:nvSpPr>
        <p:spPr>
          <a:xfrm>
            <a:off x="3044539" y="4382540"/>
            <a:ext cx="317416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Every running C++ program has a special memory region named the call stack. </a:t>
            </a:r>
            <a:br>
              <a:rPr lang="en-US" dirty="0"/>
            </a:br>
            <a:r>
              <a:rPr lang="en-US" dirty="0"/>
              <a:t>It is the key trick for making function calls and returns.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0FC696-B6A2-0A82-EC61-43F1C97CE84E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EF11A53-45EA-B9FD-E2EA-CF3E5A3545A7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E93687F-852B-1062-FD63-CD010CAEB0AA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05335EE-6D33-6128-D7B2-87AD28C21DDF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0C092DE-5F3F-1E44-8637-DB0D9BDD39B0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218700" y="4946073"/>
            <a:ext cx="1480964" cy="175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BA43229-741C-E31D-7EF9-82DFD1678CBF}"/>
              </a:ext>
            </a:extLst>
          </p:cNvPr>
          <p:cNvSpPr txBox="1"/>
          <p:nvPr/>
        </p:nvSpPr>
        <p:spPr>
          <a:xfrm>
            <a:off x="8599897" y="3048768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67A3BF-6877-654B-7E77-DEE2E1C284EE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</p:spTree>
    <p:extLst>
      <p:ext uri="{BB962C8B-B14F-4D97-AF65-F5344CB8AC3E}">
        <p14:creationId xmlns:p14="http://schemas.microsoft.com/office/powerpoint/2010/main" val="12346842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35E-C493-7AFD-6B16-23A9C5307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18154-B28A-3EFA-1727-82F1A62AC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1E1108-9992-5648-7814-B420CBAC99EC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C8B40-5BF5-84A0-AD8C-7CABE167C33C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44A015-B823-35B0-FC2B-DCF99F396A90}"/>
              </a:ext>
            </a:extLst>
          </p:cNvPr>
          <p:cNvSpPr txBox="1"/>
          <p:nvPr/>
        </p:nvSpPr>
        <p:spPr>
          <a:xfrm>
            <a:off x="2140529" y="4382540"/>
            <a:ext cx="4078172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 stack allows for two main operations: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push</a:t>
            </a:r>
            <a:r>
              <a:rPr lang="en-US" dirty="0"/>
              <a:t> (add) a value on the top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pop</a:t>
            </a:r>
            <a:r>
              <a:rPr lang="en-US" dirty="0"/>
              <a:t> (remove) a value off the top</a:t>
            </a:r>
          </a:p>
          <a:p>
            <a:endParaRPr lang="en-US" dirty="0"/>
          </a:p>
          <a:p>
            <a:r>
              <a:rPr lang="en-US" dirty="0"/>
              <a:t>The key idea is that on a stack items can only be added/removed at the top.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942B3F1-9C74-89C4-82C0-FC49B9778065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07F2469-2093-4453-3DCE-920B0EC60597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9BF4156-F121-71F7-D888-6A266EF786FA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F09F6E1-F564-7715-1087-DD009D135032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061EDB0-4985-EA6F-B6BF-D841F15D5667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218701" y="4946073"/>
            <a:ext cx="1480963" cy="313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9B2C4D0-03F1-14A0-AED2-21BE83057FDB}"/>
              </a:ext>
            </a:extLst>
          </p:cNvPr>
          <p:cNvSpPr txBox="1"/>
          <p:nvPr/>
        </p:nvSpPr>
        <p:spPr>
          <a:xfrm>
            <a:off x="8599897" y="3048768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F22242-3F7A-E06C-B421-830B0EDF8DA7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</p:spTree>
    <p:extLst>
      <p:ext uri="{BB962C8B-B14F-4D97-AF65-F5344CB8AC3E}">
        <p14:creationId xmlns:p14="http://schemas.microsoft.com/office/powerpoint/2010/main" val="3537340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9CCA-08AA-2702-3596-CC4C53D2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DE45C-3C8C-CD2C-0B51-62DB0A07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D91CC-36B4-1BD4-FFA5-6322FE2ED818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E6B590-6A6C-B256-C179-2DBF2C8F91E9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2B611-E2BB-DEDD-713A-172A369C6EBA}"/>
              </a:ext>
            </a:extLst>
          </p:cNvPr>
          <p:cNvSpPr txBox="1"/>
          <p:nvPr/>
        </p:nvSpPr>
        <p:spPr>
          <a:xfrm>
            <a:off x="2140529" y="4104683"/>
            <a:ext cx="40781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When a function is </a:t>
            </a:r>
            <a:r>
              <a:rPr lang="en-US" b="1" dirty="0"/>
              <a:t>called</a:t>
            </a:r>
            <a:r>
              <a:rPr lang="en-US" dirty="0"/>
              <a:t>, the function,  it’s parameters and local variables, and pointer for where to return to get pushed onto the top of the stack.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00D1417-CD52-5C1F-3413-127CDF598DFE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B56D968-5A36-182A-A8AE-1A898A1F3832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4DC6CB1-6B02-4749-F16E-A722007DD8F4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60E916-99B9-15DF-DD7E-9FE7F573DA68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0AEDE91-9D54-6B1A-7CD1-6EDE9F9DC635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218701" y="4668216"/>
            <a:ext cx="1480963" cy="366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96DB4A5-2C72-03A7-3FB5-4FFBBB5FAD84}"/>
              </a:ext>
            </a:extLst>
          </p:cNvPr>
          <p:cNvSpPr txBox="1"/>
          <p:nvPr/>
        </p:nvSpPr>
        <p:spPr>
          <a:xfrm>
            <a:off x="8619829" y="441082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5296D3-044A-19D8-8C4B-5B4A104561E4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7CAF8-6153-BADF-66C7-1B1653CDE140}"/>
              </a:ext>
            </a:extLst>
          </p:cNvPr>
          <p:cNvSpPr txBox="1"/>
          <p:nvPr/>
        </p:nvSpPr>
        <p:spPr>
          <a:xfrm>
            <a:off x="9079641" y="4895139"/>
            <a:ext cx="11705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f(3)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a =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A068D4-3A30-7BCD-5380-07550445C335}"/>
              </a:ext>
            </a:extLst>
          </p:cNvPr>
          <p:cNvSpPr txBox="1"/>
          <p:nvPr/>
        </p:nvSpPr>
        <p:spPr>
          <a:xfrm>
            <a:off x="2509405" y="5502717"/>
            <a:ext cx="33404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br>
              <a:rPr lang="en-US" b="1" dirty="0"/>
            </a:br>
            <a:r>
              <a:rPr lang="en-US" i="1" dirty="0"/>
              <a:t>Calling</a:t>
            </a:r>
            <a:r>
              <a:rPr lang="en-US" dirty="0"/>
              <a:t> a function corresponds to pushing that function onto the call stack.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1F344DC-F592-824A-F303-380316EF2D5C}"/>
              </a:ext>
            </a:extLst>
          </p:cNvPr>
          <p:cNvSpPr/>
          <p:nvPr/>
        </p:nvSpPr>
        <p:spPr>
          <a:xfrm>
            <a:off x="7956533" y="2459269"/>
            <a:ext cx="3258714" cy="2680573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972255-3D60-517E-7884-BAC776B2D5EE}"/>
              </a:ext>
            </a:extLst>
          </p:cNvPr>
          <p:cNvSpPr txBox="1"/>
          <p:nvPr/>
        </p:nvSpPr>
        <p:spPr>
          <a:xfrm>
            <a:off x="9664897" y="2357827"/>
            <a:ext cx="2098263" cy="107721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This pointer tells C++ where to continue execution from after the function returns.</a:t>
            </a:r>
          </a:p>
        </p:txBody>
      </p:sp>
    </p:spTree>
    <p:extLst>
      <p:ext uri="{BB962C8B-B14F-4D97-AF65-F5344CB8AC3E}">
        <p14:creationId xmlns:p14="http://schemas.microsoft.com/office/powerpoint/2010/main" val="2299025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E775-1703-1A55-E9B6-6E7E4F61D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887CD-2C51-D5A4-3AA2-8F98EEAFB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A21DB-006D-BE29-0D12-AEE8F98EB08C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F8E9C3-6B20-60B6-C06B-6061A8177E64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B3D5F6-9CD2-89CD-25F8-CB4AE94E7C31}"/>
              </a:ext>
            </a:extLst>
          </p:cNvPr>
          <p:cNvSpPr txBox="1"/>
          <p:nvPr/>
        </p:nvSpPr>
        <p:spPr>
          <a:xfrm>
            <a:off x="2140529" y="4382540"/>
            <a:ext cx="40781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When a function </a:t>
            </a:r>
            <a:r>
              <a:rPr lang="en-US" b="1" dirty="0"/>
              <a:t>returns</a:t>
            </a:r>
            <a:r>
              <a:rPr lang="en-US" dirty="0"/>
              <a:t>, the top of the stack is popped (removed) and the return value is put on top of the stack.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D916B13-FC91-F37A-96D8-3E2217B776AC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270427-2252-1145-1578-A992F792FFE7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9FD95BE-FF6A-E68A-9F49-A5041D0F1DA6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3503A12-4E8F-36F5-BAAC-D9403C7F386F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CC6A8AF-8B1D-4A78-5213-1F9FA91C91DC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6218701" y="4844205"/>
            <a:ext cx="1480963" cy="101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B017788-0604-32BC-0F39-C9BDEE0D96C8}"/>
              </a:ext>
            </a:extLst>
          </p:cNvPr>
          <p:cNvSpPr txBox="1"/>
          <p:nvPr/>
        </p:nvSpPr>
        <p:spPr>
          <a:xfrm>
            <a:off x="8619829" y="441082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53DD1-A71F-6C26-B2FD-E6315893E82A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632795-E2E9-B2CE-2EE6-BC61F104CD42}"/>
              </a:ext>
            </a:extLst>
          </p:cNvPr>
          <p:cNvSpPr txBox="1"/>
          <p:nvPr/>
        </p:nvSpPr>
        <p:spPr>
          <a:xfrm>
            <a:off x="9079641" y="4895139"/>
            <a:ext cx="11705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f(3)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a =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425933-F3B1-7386-EC83-5FCB4D97DE74}"/>
              </a:ext>
            </a:extLst>
          </p:cNvPr>
          <p:cNvSpPr txBox="1"/>
          <p:nvPr/>
        </p:nvSpPr>
        <p:spPr>
          <a:xfrm>
            <a:off x="2509405" y="5502717"/>
            <a:ext cx="33404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br>
              <a:rPr lang="en-US" b="1" dirty="0"/>
            </a:br>
            <a:r>
              <a:rPr lang="en-US" i="1" dirty="0"/>
              <a:t>Returning</a:t>
            </a:r>
            <a:r>
              <a:rPr lang="en-US" dirty="0"/>
              <a:t> from a function corresponds to popping that function off the call stack.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4D69EA-A003-D5D9-ED5E-E8573ACE8A6E}"/>
              </a:ext>
            </a:extLst>
          </p:cNvPr>
          <p:cNvCxnSpPr>
            <a:cxnSpLocks/>
          </p:cNvCxnSpPr>
          <p:nvPr/>
        </p:nvCxnSpPr>
        <p:spPr>
          <a:xfrm>
            <a:off x="8872151" y="4895139"/>
            <a:ext cx="1841157" cy="83839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F88C9E-1ECA-EC5D-1B7D-D6D8E8D6A857}"/>
              </a:ext>
            </a:extLst>
          </p:cNvPr>
          <p:cNvCxnSpPr>
            <a:cxnSpLocks/>
          </p:cNvCxnSpPr>
          <p:nvPr/>
        </p:nvCxnSpPr>
        <p:spPr>
          <a:xfrm flipV="1">
            <a:off x="9195029" y="4895139"/>
            <a:ext cx="1684738" cy="92773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>
            <a:extLst>
              <a:ext uri="{FF2B5EF4-FFF2-40B4-BE49-F238E27FC236}">
                <a16:creationId xmlns:a16="http://schemas.microsoft.com/office/drawing/2014/main" id="{8AB5DE9E-B32F-0818-4040-A680317D56B8}"/>
              </a:ext>
            </a:extLst>
          </p:cNvPr>
          <p:cNvSpPr/>
          <p:nvPr/>
        </p:nvSpPr>
        <p:spPr>
          <a:xfrm>
            <a:off x="7956533" y="2459269"/>
            <a:ext cx="3258714" cy="2680573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84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149CD-081D-03ED-6727-4E81B8493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73B34-58B7-AF88-B8F0-70A064EF4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DB9CF-1BA1-12E5-B50F-6B2AF809FC33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56F38C-5FCA-F75D-47E3-AC5FD90C0B79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D2575B-3EE6-43E3-A1C1-1D59C4AA52E5}"/>
              </a:ext>
            </a:extLst>
          </p:cNvPr>
          <p:cNvSpPr txBox="1"/>
          <p:nvPr/>
        </p:nvSpPr>
        <p:spPr>
          <a:xfrm>
            <a:off x="2140529" y="4382540"/>
            <a:ext cx="40781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When a function </a:t>
            </a:r>
            <a:r>
              <a:rPr lang="en-US" b="1" dirty="0"/>
              <a:t>returns</a:t>
            </a:r>
            <a:r>
              <a:rPr lang="en-US" dirty="0"/>
              <a:t>, the top of the stack is popped (removed) and the return value is put on top of the stack.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C46E4AA-7624-EEB1-F166-3B18FF043052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32E3058-F80F-C8D9-5E3C-B6DED181B992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DAFF07D-DABA-37F8-E292-64DBF41081F7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6562CC5-6E9E-E505-A840-655103EF0608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CA97198-E4FE-3FE5-2FED-00371CC748BD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6218701" y="4844205"/>
            <a:ext cx="1480963" cy="101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59A99C1-8517-0172-5147-252C8AC3C383}"/>
              </a:ext>
            </a:extLst>
          </p:cNvPr>
          <p:cNvSpPr txBox="1"/>
          <p:nvPr/>
        </p:nvSpPr>
        <p:spPr>
          <a:xfrm>
            <a:off x="8619829" y="441082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24F65F-6569-46AF-B9E2-6EDD2EB54F61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F7E7B3-A5DB-3CD7-F48C-5422F81D95F0}"/>
              </a:ext>
            </a:extLst>
          </p:cNvPr>
          <p:cNvSpPr txBox="1"/>
          <p:nvPr/>
        </p:nvSpPr>
        <p:spPr>
          <a:xfrm>
            <a:off x="9432370" y="5058400"/>
            <a:ext cx="381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C8966C-42E2-8B0D-2812-AD8F74FC789A}"/>
              </a:ext>
            </a:extLst>
          </p:cNvPr>
          <p:cNvSpPr txBox="1"/>
          <p:nvPr/>
        </p:nvSpPr>
        <p:spPr>
          <a:xfrm>
            <a:off x="2509405" y="5502717"/>
            <a:ext cx="33404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br>
              <a:rPr lang="en-US" b="1" dirty="0"/>
            </a:br>
            <a:r>
              <a:rPr lang="en-US" i="1" dirty="0"/>
              <a:t>Returning</a:t>
            </a:r>
            <a:r>
              <a:rPr lang="en-US" dirty="0"/>
              <a:t> from a function corresponds to popping that function off the call stack.</a:t>
            </a:r>
          </a:p>
        </p:txBody>
      </p:sp>
    </p:spTree>
    <p:extLst>
      <p:ext uri="{BB962C8B-B14F-4D97-AF65-F5344CB8AC3E}">
        <p14:creationId xmlns:p14="http://schemas.microsoft.com/office/powerpoint/2010/main" val="13615595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0209B-4458-3CD3-2998-4F348174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Note About the Call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3EFA-78CF-34B4-17A3-594A31E3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Function calls take up some memory</a:t>
            </a:r>
          </a:p>
          <a:p>
            <a:r>
              <a:rPr lang="en-US" dirty="0"/>
              <a:t>If you do too many function calls within function calls, you could run out of stack memory. This is called a </a:t>
            </a:r>
            <a:r>
              <a:rPr lang="en-US" b="1" dirty="0"/>
              <a:t>stack overflow</a:t>
            </a:r>
            <a:r>
              <a:rPr lang="en-US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E350EB-149E-878B-0FC7-03C6DCE9498A}"/>
              </a:ext>
            </a:extLst>
          </p:cNvPr>
          <p:cNvSpPr txBox="1"/>
          <p:nvPr/>
        </p:nvSpPr>
        <p:spPr>
          <a:xfrm>
            <a:off x="9372602" y="681037"/>
            <a:ext cx="269013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particular, recursive functions often make a lot of function calls and are a common source of </a:t>
            </a:r>
            <a:r>
              <a:rPr lang="en-US" b="1" dirty="0"/>
              <a:t>stack overflows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3147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CDD3E-13B5-6A38-ABDD-001BE4924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E72CC-D24A-13AD-FA07-37660B63B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Note About the Call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2148-C119-1711-7AAB-844A8135E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Function calls take up some memory</a:t>
            </a:r>
          </a:p>
          <a:p>
            <a:r>
              <a:rPr lang="en-US" dirty="0"/>
              <a:t>If you do too many function calls within function calls, you could run out of stack memory. This is called a </a:t>
            </a:r>
            <a:r>
              <a:rPr lang="en-US" b="1" dirty="0"/>
              <a:t>stack overflow</a:t>
            </a:r>
            <a:r>
              <a:rPr lang="en-US" dirty="0"/>
              <a:t>.</a:t>
            </a:r>
          </a:p>
          <a:p>
            <a:r>
              <a:rPr lang="en-US" dirty="0"/>
              <a:t>Using a trick called </a:t>
            </a:r>
            <a:r>
              <a:rPr lang="en-US" b="1" dirty="0"/>
              <a:t>function inlining</a:t>
            </a:r>
            <a:r>
              <a:rPr lang="en-US" dirty="0"/>
              <a:t>, the C++ compiler might, in some cases, replace function calls with their code so that the function all does not use the call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8CE30A-C18E-DB05-7D08-169697745ECC}"/>
              </a:ext>
            </a:extLst>
          </p:cNvPr>
          <p:cNvSpPr txBox="1"/>
          <p:nvPr/>
        </p:nvSpPr>
        <p:spPr>
          <a:xfrm>
            <a:off x="9372602" y="681037"/>
            <a:ext cx="269013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particular, recursive functions often make a lot of function calls and are a common source of </a:t>
            </a:r>
            <a:r>
              <a:rPr lang="en-US" b="1" dirty="0"/>
              <a:t>stack overflows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65560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01E1-5D3D-7F62-292F-C297DB98A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04D44-1C10-2861-6656-B419F15FE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Note About the Call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B77A-418C-C223-0FDF-9447C10B1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Function calls take up some memory</a:t>
            </a:r>
          </a:p>
          <a:p>
            <a:r>
              <a:rPr lang="en-US" dirty="0"/>
              <a:t>If you do too many function calls within function calls, you could run out of stack memory. This is called a </a:t>
            </a:r>
            <a:r>
              <a:rPr lang="en-US" b="1" dirty="0"/>
              <a:t>stack overflow</a:t>
            </a:r>
            <a:r>
              <a:rPr lang="en-US" dirty="0"/>
              <a:t>.</a:t>
            </a:r>
          </a:p>
          <a:p>
            <a:r>
              <a:rPr lang="en-US" dirty="0"/>
              <a:t>Using a trick called </a:t>
            </a:r>
            <a:r>
              <a:rPr lang="en-US" b="1" dirty="0"/>
              <a:t>function inlining</a:t>
            </a:r>
            <a:r>
              <a:rPr lang="en-US" dirty="0"/>
              <a:t>, the C++ compiler might, in some cases, replace function calls with their code so that the function all does not use 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3084B-45AF-9C2B-29E0-ADEF2DE600F7}"/>
              </a:ext>
            </a:extLst>
          </p:cNvPr>
          <p:cNvSpPr txBox="1"/>
          <p:nvPr/>
        </p:nvSpPr>
        <p:spPr>
          <a:xfrm>
            <a:off x="669593" y="5277139"/>
            <a:ext cx="351559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f(n)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FE678-C230-3E31-4519-30A052D1BF54}"/>
              </a:ext>
            </a:extLst>
          </p:cNvPr>
          <p:cNvSpPr txBox="1"/>
          <p:nvPr/>
        </p:nvSpPr>
        <p:spPr>
          <a:xfrm>
            <a:off x="7789717" y="5328482"/>
            <a:ext cx="3910447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 + 1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A32217-D9E3-4578-3DA8-35D5A641FE81}"/>
              </a:ext>
            </a:extLst>
          </p:cNvPr>
          <p:cNvSpPr txBox="1"/>
          <p:nvPr/>
        </p:nvSpPr>
        <p:spPr>
          <a:xfrm>
            <a:off x="4955728" y="5507971"/>
            <a:ext cx="2001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Might be </a:t>
            </a:r>
            <a:r>
              <a:rPr lang="en-US" dirty="0" err="1"/>
              <a:t>inlined</a:t>
            </a:r>
            <a:r>
              <a:rPr lang="en-US" dirty="0"/>
              <a:t> to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FDDA698-1FD5-2D8B-8D4B-7B6FD0FE56B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185184" y="5877304"/>
            <a:ext cx="3604533" cy="51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6FF2BC-742B-D620-182D-D78CF9A0DB4D}"/>
              </a:ext>
            </a:extLst>
          </p:cNvPr>
          <p:cNvSpPr txBox="1"/>
          <p:nvPr/>
        </p:nvSpPr>
        <p:spPr>
          <a:xfrm>
            <a:off x="9372602" y="681037"/>
            <a:ext cx="269013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particular, </a:t>
            </a:r>
            <a:r>
              <a:rPr lang="en-US" b="1" dirty="0"/>
              <a:t>recursive functions</a:t>
            </a:r>
            <a:r>
              <a:rPr lang="en-US" dirty="0"/>
              <a:t> often make a lot of function calls and are a common source of </a:t>
            </a:r>
            <a:r>
              <a:rPr lang="en-US" b="1" dirty="0"/>
              <a:t>stack overflows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67948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EF9E-8A85-AAC8-7CF1-D73E1604C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65B9F-88F3-20B3-ED59-B21E23F0D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Note About the Call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F81EA-8D58-D00A-4474-321E62C00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Function calls take up some memory</a:t>
            </a:r>
          </a:p>
          <a:p>
            <a:r>
              <a:rPr lang="en-US" dirty="0"/>
              <a:t>If you do too many function calls within function calls, you could run out of stack memory. This is called a </a:t>
            </a:r>
            <a:r>
              <a:rPr lang="en-US" b="1" dirty="0"/>
              <a:t>stack overflow</a:t>
            </a:r>
            <a:r>
              <a:rPr lang="en-US" dirty="0"/>
              <a:t>.</a:t>
            </a:r>
          </a:p>
          <a:p>
            <a:r>
              <a:rPr lang="en-US" dirty="0"/>
              <a:t>Using a trick called </a:t>
            </a:r>
            <a:r>
              <a:rPr lang="en-US" b="1" dirty="0"/>
              <a:t>function inlining</a:t>
            </a:r>
            <a:r>
              <a:rPr lang="en-US" dirty="0"/>
              <a:t>, the C++ compiler might, in some cases, replace function calls with their code so that the function all does not use 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30C53F-28D7-0DEC-FB14-C8D04C361302}"/>
              </a:ext>
            </a:extLst>
          </p:cNvPr>
          <p:cNvSpPr txBox="1"/>
          <p:nvPr/>
        </p:nvSpPr>
        <p:spPr>
          <a:xfrm>
            <a:off x="669593" y="5277139"/>
            <a:ext cx="351559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f(n)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B346A8-8AC8-34FA-0721-A8E0CA8CE396}"/>
              </a:ext>
            </a:extLst>
          </p:cNvPr>
          <p:cNvSpPr txBox="1"/>
          <p:nvPr/>
        </p:nvSpPr>
        <p:spPr>
          <a:xfrm>
            <a:off x="7789717" y="5328482"/>
            <a:ext cx="3910447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r>
              <a:rPr lang="en-CA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 + 1</a:t>
            </a:r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53F3C-0B6F-F507-DDA8-9B6938568487}"/>
              </a:ext>
            </a:extLst>
          </p:cNvPr>
          <p:cNvSpPr txBox="1"/>
          <p:nvPr/>
        </p:nvSpPr>
        <p:spPr>
          <a:xfrm>
            <a:off x="4955728" y="5507971"/>
            <a:ext cx="2001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Might be </a:t>
            </a:r>
            <a:r>
              <a:rPr lang="en-US" dirty="0" err="1"/>
              <a:t>inlined</a:t>
            </a:r>
            <a:r>
              <a:rPr lang="en-US" dirty="0"/>
              <a:t> to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5E5B8E1-CBEF-6BC5-1278-FA767492FAA2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185184" y="5877304"/>
            <a:ext cx="3604533" cy="51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31EF04E-CC1C-4FFF-B41E-962451181A81}"/>
              </a:ext>
            </a:extLst>
          </p:cNvPr>
          <p:cNvSpPr txBox="1"/>
          <p:nvPr/>
        </p:nvSpPr>
        <p:spPr>
          <a:xfrm>
            <a:off x="9372602" y="681037"/>
            <a:ext cx="269013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particular, recursive functions often make a lot of function calls and are a common source of </a:t>
            </a:r>
            <a:r>
              <a:rPr lang="en-US" b="1" dirty="0"/>
              <a:t>stack overflows</a:t>
            </a:r>
            <a:r>
              <a:rPr lang="en-US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CA8478-1B5B-60A0-3F5A-B48DC5633337}"/>
              </a:ext>
            </a:extLst>
          </p:cNvPr>
          <p:cNvSpPr txBox="1"/>
          <p:nvPr/>
        </p:nvSpPr>
        <p:spPr>
          <a:xfrm>
            <a:off x="8547144" y="4237971"/>
            <a:ext cx="351559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practice inlining usually speeds up programs, but can increase the executable file size.</a:t>
            </a:r>
          </a:p>
        </p:txBody>
      </p:sp>
    </p:spTree>
    <p:extLst>
      <p:ext uri="{BB962C8B-B14F-4D97-AF65-F5344CB8AC3E}">
        <p14:creationId xmlns:p14="http://schemas.microsoft.com/office/powerpoint/2010/main" val="41641782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A31CC-6107-7F41-518B-10D646C0B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DF15E-8076-9AA3-0DDF-3FE4870B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EEC529-8B93-3EB7-E228-5DE1F842565F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42F89B-0E52-3483-5D34-5DE353C245EE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9E6AE22-5DA0-41E7-056B-EB914D4CF4C8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8AE554-A096-40B3-3372-54C3246AB59E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9F3784F-7D82-1E8D-C433-9A468822466F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D8C01F-669C-E3E8-4FC8-9C6DDF13C5A1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3750B182-5EAB-7F55-6706-6301F6A0E32C}"/>
              </a:ext>
            </a:extLst>
          </p:cNvPr>
          <p:cNvSpPr txBox="1"/>
          <p:nvPr/>
        </p:nvSpPr>
        <p:spPr>
          <a:xfrm>
            <a:off x="8689528" y="5117402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FB4FF6-2F87-9353-4BC2-C2F4AFE2CC4F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0D3C0D-4059-4B3B-7C00-E25C0E0C1378}"/>
              </a:ext>
            </a:extLst>
          </p:cNvPr>
          <p:cNvSpPr txBox="1"/>
          <p:nvPr/>
        </p:nvSpPr>
        <p:spPr>
          <a:xfrm>
            <a:off x="3408220" y="1853651"/>
            <a:ext cx="40781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Suppose we have the three functions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dirty="0"/>
              <a:t>,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 dirty="0"/>
              <a:t>, can then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</a:t>
            </a:r>
            <a:r>
              <a:rPr lang="en-US" dirty="0"/>
              <a:t>. Let’s trace the call stack.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DF44BB-D194-6C9F-598C-EE97FD3C031E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7486392" y="776167"/>
            <a:ext cx="1720439" cy="1539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2028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BFEA9-F6AF-64C3-FCBC-3E4556B70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972C5-CE9D-50F3-269B-1FF68A5B7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B6064B-81FC-F0AB-FFA4-30EE73E2A31A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D1095C-E199-188C-401D-A7F5909B1D61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4039C86-BD65-5BD3-3467-0B5A676D5ABE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692B125-96C7-09A9-FC6B-18E82303D522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D5F72F7-97C6-9A6F-295F-4CEFECCEA257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6630BAF-5602-74F3-D098-B11295CF8C4E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8D46840-F6EC-7323-804E-45C2CE2C798C}"/>
              </a:ext>
            </a:extLst>
          </p:cNvPr>
          <p:cNvSpPr txBox="1"/>
          <p:nvPr/>
        </p:nvSpPr>
        <p:spPr>
          <a:xfrm>
            <a:off x="8689528" y="454273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4D95EF-A626-2F68-6AD5-EF9D5A01C60B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1F40BF-04E5-A320-FB07-2DD458D4152B}"/>
              </a:ext>
            </a:extLst>
          </p:cNvPr>
          <p:cNvSpPr txBox="1"/>
          <p:nvPr/>
        </p:nvSpPr>
        <p:spPr>
          <a:xfrm>
            <a:off x="3937234" y="4707426"/>
            <a:ext cx="29851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</a:t>
            </a:r>
            <a:r>
              <a:rPr lang="en-US" dirty="0">
                <a:cs typeface="Consolas" panose="020B0609020204030204" pitchFamily="49" charset="0"/>
              </a:rPr>
              <a:t> is called this is pushed on top of the stack.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C9CCAB1-84F6-749B-72E9-714ED68553A9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922338" y="5030592"/>
            <a:ext cx="1563700" cy="414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860DD6A-8BF5-2E13-85BC-BF02145AA73F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131F8B8-787A-0201-24B5-EC2261689DF0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3833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E3CB8-153B-6EF3-BD2B-8D39672DC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CE109-298D-AAE8-72BC-357748ED3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40497-22F3-6181-5E74-8FD1EA0AA548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3B22EC-8827-5FA9-EE84-2A54D87BDC3C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AA47F-F8BD-2268-5CD2-B52060CCDE7C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F2D44E7-115B-07CF-15D5-471986CF9695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6033D9D-9008-6766-D42D-D8E13B8232A3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B1DA5F4-9E8B-9021-F389-19563CE82EDF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70ECE5B-97E5-9B68-C517-C7BC1007495F}"/>
              </a:ext>
            </a:extLst>
          </p:cNvPr>
          <p:cNvSpPr txBox="1"/>
          <p:nvPr/>
        </p:nvSpPr>
        <p:spPr>
          <a:xfrm>
            <a:off x="8689528" y="454273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00294C-19A1-C03A-E88A-5F15DA509387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4718A6-6739-92D4-E2A6-6271B956E87C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7147066" y="5531860"/>
            <a:ext cx="2746770" cy="613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8E6301C-AC37-6A53-294B-C75175C3AB2B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BD1D3-16B1-D59D-5063-525AF545AA80}"/>
              </a:ext>
            </a:extLst>
          </p:cNvPr>
          <p:cNvSpPr txBox="1"/>
          <p:nvPr/>
        </p:nvSpPr>
        <p:spPr>
          <a:xfrm>
            <a:off x="4648447" y="5821704"/>
            <a:ext cx="249861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Next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f(3)</a:t>
            </a:r>
            <a:r>
              <a:rPr lang="en-US" dirty="0">
                <a:cs typeface="Consolas" panose="020B0609020204030204" pitchFamily="49" charset="0"/>
              </a:rPr>
              <a:t> is called to get the value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88CCAE-5A96-68EF-5B99-711279B1D56C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03D76A-8D8D-B288-CDDA-0450C0699007}"/>
              </a:ext>
            </a:extLst>
          </p:cNvPr>
          <p:cNvSpPr/>
          <p:nvPr/>
        </p:nvSpPr>
        <p:spPr>
          <a:xfrm>
            <a:off x="2195454" y="4912063"/>
            <a:ext cx="535389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D4F510-4C23-7744-8C37-251F037F255B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2799720" y="5260564"/>
            <a:ext cx="1848727" cy="8843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9450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314F5-F786-F7D2-671D-6F64F6464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37DC0-5BE1-93E0-16B3-7620BA61D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FC36D-B5D4-C799-F412-F3070148AAFE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890462-2028-AB78-FCB6-B87AEBDF80D0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1E3D88F-3DEE-350A-EC30-3D602D047599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2CD4D3-24F3-9790-AF32-112BCFFFAF23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A3DA86E-02C7-E38D-664C-291BA57C5AB8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092ACEC-F09A-A345-FDC5-AAAD34495310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FC8D743-6462-76D2-7ED1-C5675DCF6B8B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70975C-E9DE-EE86-A0D8-3D6158C4FB9F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700175-F95F-3252-A791-A04B6D3B53DC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7031572" y="4856145"/>
            <a:ext cx="1474293" cy="830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A0087CE-DA16-81F9-E0DF-60EE2571C397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0902F-1581-4C73-AEF6-817FF2BE1CEE}"/>
              </a:ext>
            </a:extLst>
          </p:cNvPr>
          <p:cNvSpPr txBox="1"/>
          <p:nvPr/>
        </p:nvSpPr>
        <p:spPr>
          <a:xfrm>
            <a:off x="4532953" y="5086313"/>
            <a:ext cx="24986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f(3)</a:t>
            </a:r>
            <a:r>
              <a:rPr lang="en-US" dirty="0"/>
              <a:t> is pushed on top of the stack (the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 dirty="0"/>
              <a:t> stays there).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A5A6493-B2F5-6E14-263F-0178ED911A1C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C44B1F-E8C5-F78A-DE9C-B939B851A205}"/>
              </a:ext>
            </a:extLst>
          </p:cNvPr>
          <p:cNvSpPr/>
          <p:nvPr/>
        </p:nvSpPr>
        <p:spPr>
          <a:xfrm>
            <a:off x="2195454" y="4912063"/>
            <a:ext cx="535389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1DA19C-EEE3-840C-BA24-8DEAC2CA54DF}"/>
              </a:ext>
            </a:extLst>
          </p:cNvPr>
          <p:cNvSpPr txBox="1"/>
          <p:nvPr/>
        </p:nvSpPr>
        <p:spPr>
          <a:xfrm>
            <a:off x="8505865" y="4671479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f(3), a=3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4E85B51-5CA0-3844-6F2D-9808DFB8B174}"/>
              </a:ext>
            </a:extLst>
          </p:cNvPr>
          <p:cNvSpPr/>
          <p:nvPr/>
        </p:nvSpPr>
        <p:spPr>
          <a:xfrm>
            <a:off x="2836718" y="4190847"/>
            <a:ext cx="7907387" cy="1056562"/>
          </a:xfrm>
          <a:custGeom>
            <a:avLst/>
            <a:gdLst>
              <a:gd name="csX0" fmla="*/ 7003473 w 7907387"/>
              <a:gd name="csY0" fmla="*/ 661708 h 1056562"/>
              <a:gd name="csX1" fmla="*/ 7585364 w 7907387"/>
              <a:gd name="csY1" fmla="*/ 422717 h 1056562"/>
              <a:gd name="csX2" fmla="*/ 2608118 w 7907387"/>
              <a:gd name="csY2" fmla="*/ 17471 h 1056562"/>
              <a:gd name="csX3" fmla="*/ 0 w 7907387"/>
              <a:gd name="csY3" fmla="*/ 1056562 h 10565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907387" h="1056562">
                <a:moveTo>
                  <a:pt x="7003473" y="661708"/>
                </a:moveTo>
                <a:cubicBezTo>
                  <a:pt x="7660698" y="595899"/>
                  <a:pt x="8317923" y="530090"/>
                  <a:pt x="7585364" y="422717"/>
                </a:cubicBezTo>
                <a:cubicBezTo>
                  <a:pt x="6852805" y="315344"/>
                  <a:pt x="3872345" y="-88170"/>
                  <a:pt x="2608118" y="17471"/>
                </a:cubicBezTo>
                <a:cubicBezTo>
                  <a:pt x="1343891" y="123112"/>
                  <a:pt x="671945" y="589837"/>
                  <a:pt x="0" y="1056562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2149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E2AE1-BAEE-F2FF-BBE4-346B857A5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89C5E-CF2F-1761-199F-D90AECF98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7DC63-C108-077C-97AD-060402FAC963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F8FEBC-D728-4B43-A7B4-F686B576817F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BD2C29-76A3-E87D-35C7-E4483CB9D410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936BDF7-1EB7-FCA0-D0B3-A8F39BC81FB0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DB2B485-5EFB-6A09-ACB2-96E4A29719C5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A8B8E90-67B4-6C34-EED7-CB00646BE124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174A69B2-EFC7-EAA3-32C7-7CDA74C50CAE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DD3C905-C54D-3BC5-DE63-CE22CEBDCFD2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51AD9B7-D263-5396-278D-5D9E11D9E998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7031572" y="4856145"/>
            <a:ext cx="1474293" cy="830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DA99B25-409A-49A7-4E36-EF23FD1AB162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0B54E8-4A18-3055-16C8-3A73148E60DB}"/>
              </a:ext>
            </a:extLst>
          </p:cNvPr>
          <p:cNvSpPr txBox="1"/>
          <p:nvPr/>
        </p:nvSpPr>
        <p:spPr>
          <a:xfrm>
            <a:off x="4532953" y="5086313"/>
            <a:ext cx="24986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body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 runs and returns the value 4. The return pointer tells us what to execute next.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30A9C42-EDCA-BD8F-3754-1686E240B204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460061-0E3D-39CE-4204-4B7759D66F01}"/>
              </a:ext>
            </a:extLst>
          </p:cNvPr>
          <p:cNvSpPr/>
          <p:nvPr/>
        </p:nvSpPr>
        <p:spPr>
          <a:xfrm>
            <a:off x="2206209" y="5198720"/>
            <a:ext cx="535389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D72DEF-6F4A-5A06-6F40-67B6E967F1EF}"/>
              </a:ext>
            </a:extLst>
          </p:cNvPr>
          <p:cNvSpPr txBox="1"/>
          <p:nvPr/>
        </p:nvSpPr>
        <p:spPr>
          <a:xfrm>
            <a:off x="8505865" y="4671479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f(3), a=3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43F9B72-DDFF-FF0C-9F29-B741FEDBC508}"/>
              </a:ext>
            </a:extLst>
          </p:cNvPr>
          <p:cNvSpPr/>
          <p:nvPr/>
        </p:nvSpPr>
        <p:spPr>
          <a:xfrm>
            <a:off x="2836718" y="4190847"/>
            <a:ext cx="7907387" cy="1056562"/>
          </a:xfrm>
          <a:custGeom>
            <a:avLst/>
            <a:gdLst>
              <a:gd name="csX0" fmla="*/ 7003473 w 7907387"/>
              <a:gd name="csY0" fmla="*/ 661708 h 1056562"/>
              <a:gd name="csX1" fmla="*/ 7585364 w 7907387"/>
              <a:gd name="csY1" fmla="*/ 422717 h 1056562"/>
              <a:gd name="csX2" fmla="*/ 2608118 w 7907387"/>
              <a:gd name="csY2" fmla="*/ 17471 h 1056562"/>
              <a:gd name="csX3" fmla="*/ 0 w 7907387"/>
              <a:gd name="csY3" fmla="*/ 1056562 h 10565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907387" h="1056562">
                <a:moveTo>
                  <a:pt x="7003473" y="661708"/>
                </a:moveTo>
                <a:cubicBezTo>
                  <a:pt x="7660698" y="595899"/>
                  <a:pt x="8317923" y="530090"/>
                  <a:pt x="7585364" y="422717"/>
                </a:cubicBezTo>
                <a:cubicBezTo>
                  <a:pt x="6852805" y="315344"/>
                  <a:pt x="3872345" y="-88170"/>
                  <a:pt x="2608118" y="17471"/>
                </a:cubicBezTo>
                <a:cubicBezTo>
                  <a:pt x="1343891" y="123112"/>
                  <a:pt x="671945" y="589837"/>
                  <a:pt x="0" y="1056562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F8F8DB-378B-D2C8-2CBA-4CCC5116F9DF}"/>
              </a:ext>
            </a:extLst>
          </p:cNvPr>
          <p:cNvCxnSpPr>
            <a:cxnSpLocks/>
          </p:cNvCxnSpPr>
          <p:nvPr/>
        </p:nvCxnSpPr>
        <p:spPr>
          <a:xfrm>
            <a:off x="8454959" y="4544173"/>
            <a:ext cx="2373502" cy="5421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54AADC9-9CCD-2FF0-FBA1-38D53869623E}"/>
              </a:ext>
            </a:extLst>
          </p:cNvPr>
          <p:cNvCxnSpPr>
            <a:cxnSpLocks/>
          </p:cNvCxnSpPr>
          <p:nvPr/>
        </p:nvCxnSpPr>
        <p:spPr>
          <a:xfrm flipV="1">
            <a:off x="8454959" y="4671479"/>
            <a:ext cx="2715549" cy="43395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489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2297C-EB3E-0D30-A8BC-187E6771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C6DF-E882-0B7E-11BA-D7A661938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B9EE97-8AE9-CAD6-44CE-DAE8DCD3D7C6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44F57D-17E6-3327-8504-2DDB5AAA9393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9166F87-6923-6B02-0728-75CF8E006FC7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9C286FA-29F7-2C65-DE3E-2F748D4BB2AC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15C7F9E-C9F5-5AC2-A4FD-532777DF2B3C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47B51CE-197F-28A4-5965-7B8E841A511E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CCC0007-E1F3-47A2-DE01-EA7100C0318F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D37291-6C0D-25DB-87CB-97B837B97F9D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FD082A7-6F57-9785-7B67-880D23CB0D89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 flipV="1">
            <a:off x="7031572" y="4856145"/>
            <a:ext cx="2574802" cy="830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61DCE46-2F5F-90A6-2D43-5C2915FCA04A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D89DDC-058C-6DD4-48D0-82A403D739E4}"/>
              </a:ext>
            </a:extLst>
          </p:cNvPr>
          <p:cNvSpPr txBox="1"/>
          <p:nvPr/>
        </p:nvSpPr>
        <p:spPr>
          <a:xfrm>
            <a:off x="4532953" y="5086313"/>
            <a:ext cx="24986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body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/>
              <a:t> runs and returns the value 4. The return pointer tells us what to execute next.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64967F3-E1FC-6565-0229-6D42FC6E9156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6AA0E5-DDC7-8928-1991-244E4934C20B}"/>
              </a:ext>
            </a:extLst>
          </p:cNvPr>
          <p:cNvSpPr/>
          <p:nvPr/>
        </p:nvSpPr>
        <p:spPr>
          <a:xfrm>
            <a:off x="2206209" y="5198720"/>
            <a:ext cx="535389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3A0857-3AD3-491A-A2DF-86C971753E3B}"/>
              </a:ext>
            </a:extLst>
          </p:cNvPr>
          <p:cNvSpPr txBox="1"/>
          <p:nvPr/>
        </p:nvSpPr>
        <p:spPr>
          <a:xfrm>
            <a:off x="9606374" y="4625312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6A8293-8EEE-F27C-6812-2EBB852A1AE3}"/>
              </a:ext>
            </a:extLst>
          </p:cNvPr>
          <p:cNvSpPr/>
          <p:nvPr/>
        </p:nvSpPr>
        <p:spPr>
          <a:xfrm>
            <a:off x="9606375" y="4681893"/>
            <a:ext cx="349776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4BA8BD-8724-DEA3-F414-A33ED63107DD}"/>
              </a:ext>
            </a:extLst>
          </p:cNvPr>
          <p:cNvSpPr/>
          <p:nvPr/>
        </p:nvSpPr>
        <p:spPr>
          <a:xfrm>
            <a:off x="10166542" y="5270119"/>
            <a:ext cx="176063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BFCFD4-52B2-F7F2-11BA-03C11DA10E0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9781263" y="5030394"/>
            <a:ext cx="473311" cy="239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176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B206E-864D-47C3-4A7E-A1A2AFC55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D843B-0EC6-24AB-1730-5E33571D5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18121-5F25-8E19-F4FF-E9F769F72236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EA7C69-9322-F7F2-E97E-A2957649EC0D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618679A-E111-0813-446E-D700A79BEA0E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ECE601-C641-F795-4C01-A57B1A2495EA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7A5087-64AE-0F8E-AEF8-1D64F0F70CF0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F6B948F-770D-4725-5B6B-2C889582DE20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A084A906-0692-8AA4-379B-725C203F4D5C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8D6503-48E8-7893-2513-E005E9DA7151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617BA6-8249-2B6D-4B63-572497BDDED4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x=4,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996DFA-D1F7-E2F4-5FEB-66604EAEC39E}"/>
              </a:ext>
            </a:extLst>
          </p:cNvPr>
          <p:cNvSpPr txBox="1"/>
          <p:nvPr/>
        </p:nvSpPr>
        <p:spPr>
          <a:xfrm>
            <a:off x="4422855" y="4983565"/>
            <a:ext cx="249861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Next we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g(4)</a:t>
            </a:r>
            <a:r>
              <a:rPr lang="en-US" dirty="0"/>
              <a:t>, which pushes this on top of the call stack.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832472F-B5DC-3C5B-634D-D97C904A5B4D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AEDB1E-D175-8C20-04E5-CDBD0FDA59C2}"/>
              </a:ext>
            </a:extLst>
          </p:cNvPr>
          <p:cNvSpPr txBox="1"/>
          <p:nvPr/>
        </p:nvSpPr>
        <p:spPr>
          <a:xfrm>
            <a:off x="8486038" y="4737616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g(3), a=3, n=3+2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9FC85C9-7D14-38DC-AD32-4E741E62390E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6921474" y="4922282"/>
            <a:ext cx="1564564" cy="5229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8D4D9F90-A1CC-078C-77D3-CF741C3A5A88}"/>
              </a:ext>
            </a:extLst>
          </p:cNvPr>
          <p:cNvSpPr/>
          <p:nvPr/>
        </p:nvSpPr>
        <p:spPr>
          <a:xfrm>
            <a:off x="2867891" y="4401080"/>
            <a:ext cx="8563206" cy="1168447"/>
          </a:xfrm>
          <a:custGeom>
            <a:avLst/>
            <a:gdLst>
              <a:gd name="csX0" fmla="*/ 8115300 w 8563206"/>
              <a:gd name="csY0" fmla="*/ 513820 h 1168447"/>
              <a:gd name="csX1" fmla="*/ 8541327 w 8563206"/>
              <a:gd name="csY1" fmla="*/ 264438 h 1168447"/>
              <a:gd name="csX2" fmla="*/ 7512627 w 8563206"/>
              <a:gd name="csY2" fmla="*/ 108575 h 1168447"/>
              <a:gd name="csX3" fmla="*/ 3044536 w 8563206"/>
              <a:gd name="csY3" fmla="*/ 77402 h 1168447"/>
              <a:gd name="csX4" fmla="*/ 0 w 8563206"/>
              <a:gd name="csY4" fmla="*/ 1168447 h 1168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63206" h="1168447">
                <a:moveTo>
                  <a:pt x="8115300" y="513820"/>
                </a:moveTo>
                <a:cubicBezTo>
                  <a:pt x="8378536" y="422899"/>
                  <a:pt x="8641772" y="331979"/>
                  <a:pt x="8541327" y="264438"/>
                </a:cubicBezTo>
                <a:cubicBezTo>
                  <a:pt x="8440882" y="196897"/>
                  <a:pt x="8428759" y="139748"/>
                  <a:pt x="7512627" y="108575"/>
                </a:cubicBezTo>
                <a:cubicBezTo>
                  <a:pt x="6596495" y="77402"/>
                  <a:pt x="4296640" y="-99243"/>
                  <a:pt x="3044536" y="77402"/>
                </a:cubicBezTo>
                <a:cubicBezTo>
                  <a:pt x="1792431" y="254047"/>
                  <a:pt x="896215" y="711247"/>
                  <a:pt x="0" y="1168447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381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71554-53F0-5DD0-F162-0B7AB81F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B709C-798E-FD56-DB48-DF26925D1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BD3942-E823-1759-DE81-BE9DE10023BF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C9EEA8-5837-40AB-27D1-F5509F23C6D1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4D0D0A9-655A-E29D-93B1-F08531B8B266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24CCCD0-B6B7-5DA7-4236-AF4654DF05EE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2FB73ED-48D4-D49C-60F6-6C909609CA24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D455392-469B-1189-F5FB-F175E8DDC6B0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2E2AD20-E3C4-BAE4-5265-A37C8C7FD064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98CB72-27DE-31F9-0AED-33F3ABC30426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CD1A62-78E2-622A-169F-AD6D9C74DB9E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x=4,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CE5FD-8CFE-E452-C449-B3F8A5E5FED5}"/>
              </a:ext>
            </a:extLst>
          </p:cNvPr>
          <p:cNvSpPr txBox="1"/>
          <p:nvPr/>
        </p:nvSpPr>
        <p:spPr>
          <a:xfrm>
            <a:off x="4422855" y="4983565"/>
            <a:ext cx="2498619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Notice that there are two a variables on the stack at the same time. There’s  no confusion because they are in different function calls.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BECCF80-1E6F-AE50-C44F-6FDAD4DF5FC8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83CACF-31A3-D725-3642-51E2F041D576}"/>
              </a:ext>
            </a:extLst>
          </p:cNvPr>
          <p:cNvSpPr txBox="1"/>
          <p:nvPr/>
        </p:nvSpPr>
        <p:spPr>
          <a:xfrm>
            <a:off x="8486038" y="4737616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g(3), a=3, n=3+2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E02B0AC-23BE-1126-F767-A8FBF1F207E9}"/>
              </a:ext>
            </a:extLst>
          </p:cNvPr>
          <p:cNvCxnSpPr>
            <a:cxnSpLocks/>
          </p:cNvCxnSpPr>
          <p:nvPr/>
        </p:nvCxnSpPr>
        <p:spPr>
          <a:xfrm flipV="1">
            <a:off x="6921474" y="5106948"/>
            <a:ext cx="2398562" cy="229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471554A8-2156-C3AA-D781-63F4728651EC}"/>
              </a:ext>
            </a:extLst>
          </p:cNvPr>
          <p:cNvSpPr/>
          <p:nvPr/>
        </p:nvSpPr>
        <p:spPr>
          <a:xfrm>
            <a:off x="2867891" y="4401080"/>
            <a:ext cx="8563206" cy="1168447"/>
          </a:xfrm>
          <a:custGeom>
            <a:avLst/>
            <a:gdLst>
              <a:gd name="csX0" fmla="*/ 8115300 w 8563206"/>
              <a:gd name="csY0" fmla="*/ 513820 h 1168447"/>
              <a:gd name="csX1" fmla="*/ 8541327 w 8563206"/>
              <a:gd name="csY1" fmla="*/ 264438 h 1168447"/>
              <a:gd name="csX2" fmla="*/ 7512627 w 8563206"/>
              <a:gd name="csY2" fmla="*/ 108575 h 1168447"/>
              <a:gd name="csX3" fmla="*/ 3044536 w 8563206"/>
              <a:gd name="csY3" fmla="*/ 77402 h 1168447"/>
              <a:gd name="csX4" fmla="*/ 0 w 8563206"/>
              <a:gd name="csY4" fmla="*/ 1168447 h 1168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63206" h="1168447">
                <a:moveTo>
                  <a:pt x="8115300" y="513820"/>
                </a:moveTo>
                <a:cubicBezTo>
                  <a:pt x="8378536" y="422899"/>
                  <a:pt x="8641772" y="331979"/>
                  <a:pt x="8541327" y="264438"/>
                </a:cubicBezTo>
                <a:cubicBezTo>
                  <a:pt x="8440882" y="196897"/>
                  <a:pt x="8428759" y="139748"/>
                  <a:pt x="7512627" y="108575"/>
                </a:cubicBezTo>
                <a:cubicBezTo>
                  <a:pt x="6596495" y="77402"/>
                  <a:pt x="4296640" y="-99243"/>
                  <a:pt x="3044536" y="77402"/>
                </a:cubicBezTo>
                <a:cubicBezTo>
                  <a:pt x="1792431" y="254047"/>
                  <a:pt x="896215" y="711247"/>
                  <a:pt x="0" y="1168447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620109-1BE3-FAFD-23DD-36FF6D4F676E}"/>
              </a:ext>
            </a:extLst>
          </p:cNvPr>
          <p:cNvSpPr/>
          <p:nvPr/>
        </p:nvSpPr>
        <p:spPr>
          <a:xfrm>
            <a:off x="9320037" y="5250345"/>
            <a:ext cx="426635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04E466-F66D-EFC2-533F-1104665EA0AB}"/>
              </a:ext>
            </a:extLst>
          </p:cNvPr>
          <p:cNvSpPr/>
          <p:nvPr/>
        </p:nvSpPr>
        <p:spPr>
          <a:xfrm>
            <a:off x="9320036" y="4768666"/>
            <a:ext cx="426635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1DDCEE2-2A1A-49A6-6B83-55FD39F37641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6921474" y="5613333"/>
            <a:ext cx="2389513" cy="247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4743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AF6C7-8672-5F7F-0016-9E3C8070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6FE9C-421B-39A4-3E6F-CD7660952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F3B454-897B-5A6C-3227-EDC630FECFBC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AD3922-94A9-97CE-EA78-7CA09B4DEA31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80647A8-15A9-84DB-7BB9-76B9B6198DD2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D5C4B4-13E5-D518-2B85-8102CDB2100F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0816000-6CB5-43B0-3834-0C54E49DD68E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C77D1A1-AB48-7CA9-CB13-8AEA92445BEB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C969DA4E-6849-F082-0E3B-EC1705E78844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C015F2-F181-4C5F-C3B4-054DD8E2D311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5F2811-2E5A-9DE3-8B75-CC78B0CE9ECF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x=4,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213F3C-164E-903D-C087-F2B0D0B66BA2}"/>
              </a:ext>
            </a:extLst>
          </p:cNvPr>
          <p:cNvSpPr txBox="1"/>
          <p:nvPr/>
        </p:nvSpPr>
        <p:spPr>
          <a:xfrm>
            <a:off x="4422855" y="4983565"/>
            <a:ext cx="249861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the body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dirty="0"/>
              <a:t> runs it returns 15.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BA99C82-5DF8-043B-4706-4EBC9EE3C7DE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FC35D-4E82-1D08-E848-4CFD8A329819}"/>
              </a:ext>
            </a:extLst>
          </p:cNvPr>
          <p:cNvSpPr txBox="1"/>
          <p:nvPr/>
        </p:nvSpPr>
        <p:spPr>
          <a:xfrm>
            <a:off x="8486038" y="4737616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g(3), a=3, n=5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8776FB0-4B52-F172-3E03-4A6FCBEADA76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6921474" y="4922282"/>
            <a:ext cx="1564564" cy="3844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F2D879C9-2366-217B-8FBC-D81CF13F1A51}"/>
              </a:ext>
            </a:extLst>
          </p:cNvPr>
          <p:cNvSpPr/>
          <p:nvPr/>
        </p:nvSpPr>
        <p:spPr>
          <a:xfrm>
            <a:off x="2867891" y="4401080"/>
            <a:ext cx="8563206" cy="1168447"/>
          </a:xfrm>
          <a:custGeom>
            <a:avLst/>
            <a:gdLst>
              <a:gd name="csX0" fmla="*/ 8115300 w 8563206"/>
              <a:gd name="csY0" fmla="*/ 513820 h 1168447"/>
              <a:gd name="csX1" fmla="*/ 8541327 w 8563206"/>
              <a:gd name="csY1" fmla="*/ 264438 h 1168447"/>
              <a:gd name="csX2" fmla="*/ 7512627 w 8563206"/>
              <a:gd name="csY2" fmla="*/ 108575 h 1168447"/>
              <a:gd name="csX3" fmla="*/ 3044536 w 8563206"/>
              <a:gd name="csY3" fmla="*/ 77402 h 1168447"/>
              <a:gd name="csX4" fmla="*/ 0 w 8563206"/>
              <a:gd name="csY4" fmla="*/ 1168447 h 1168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63206" h="1168447">
                <a:moveTo>
                  <a:pt x="8115300" y="513820"/>
                </a:moveTo>
                <a:cubicBezTo>
                  <a:pt x="8378536" y="422899"/>
                  <a:pt x="8641772" y="331979"/>
                  <a:pt x="8541327" y="264438"/>
                </a:cubicBezTo>
                <a:cubicBezTo>
                  <a:pt x="8440882" y="196897"/>
                  <a:pt x="8428759" y="139748"/>
                  <a:pt x="7512627" y="108575"/>
                </a:cubicBezTo>
                <a:cubicBezTo>
                  <a:pt x="6596495" y="77402"/>
                  <a:pt x="4296640" y="-99243"/>
                  <a:pt x="3044536" y="77402"/>
                </a:cubicBezTo>
                <a:cubicBezTo>
                  <a:pt x="1792431" y="254047"/>
                  <a:pt x="896215" y="711247"/>
                  <a:pt x="0" y="1168447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782EB4C-43FA-66ED-B1FB-C8BB210064FC}"/>
              </a:ext>
            </a:extLst>
          </p:cNvPr>
          <p:cNvCxnSpPr>
            <a:cxnSpLocks/>
          </p:cNvCxnSpPr>
          <p:nvPr/>
        </p:nvCxnSpPr>
        <p:spPr>
          <a:xfrm>
            <a:off x="8454959" y="4544173"/>
            <a:ext cx="2373502" cy="5421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0185260-9DA7-703C-CE09-509889DA534E}"/>
              </a:ext>
            </a:extLst>
          </p:cNvPr>
          <p:cNvCxnSpPr>
            <a:cxnSpLocks/>
          </p:cNvCxnSpPr>
          <p:nvPr/>
        </p:nvCxnSpPr>
        <p:spPr>
          <a:xfrm flipV="1">
            <a:off x="8454959" y="4671479"/>
            <a:ext cx="2715549" cy="43395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046D8C0-28DC-B1EF-CC2B-C3BCAFECDB2E}"/>
              </a:ext>
            </a:extLst>
          </p:cNvPr>
          <p:cNvSpPr/>
          <p:nvPr/>
        </p:nvSpPr>
        <p:spPr>
          <a:xfrm>
            <a:off x="2050007" y="5493349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3499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86845-B6EE-B3AB-07F7-CDBA86C28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0369F-B337-EAB2-6F78-29078E65B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DC3CD9-4DC0-EF39-C916-73141FD82467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D783AF-1CCF-B2B4-C3CA-3F4722DE095F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DCCE277-685B-80A2-602B-C619E00ABCB1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19A8D93-3D1F-65D7-7470-04CA282D074F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32CB9DD-367E-2E59-0519-C5F6A9381970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3C8AC21-D19A-FC5C-31CE-73E0A02E9EC3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309D8B2-0D4C-B766-396B-90C28BD17F70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6DA1B1-161D-ECF3-8365-3D6D07C41A84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5F290-5812-0A37-6A86-FD1115F6E5DA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x=4, y=15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21A21C-6005-8437-5C57-4002B0828482}"/>
              </a:ext>
            </a:extLst>
          </p:cNvPr>
          <p:cNvSpPr txBox="1"/>
          <p:nvPr/>
        </p:nvSpPr>
        <p:spPr>
          <a:xfrm>
            <a:off x="4422855" y="4983565"/>
            <a:ext cx="249861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the body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dirty="0"/>
              <a:t> runs it returns 15.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4F240C2-1C9D-2727-38C1-534FD7E82736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4C17796-BBC6-E8BC-0957-24FBB43A7242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6921474" y="4856144"/>
            <a:ext cx="2684901" cy="450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6FF6E84-95C5-FC65-647A-7C249F7E782A}"/>
              </a:ext>
            </a:extLst>
          </p:cNvPr>
          <p:cNvSpPr/>
          <p:nvPr/>
        </p:nvSpPr>
        <p:spPr>
          <a:xfrm>
            <a:off x="2050007" y="5493349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A5C20B-8120-23ED-F80F-15343DADE0B6}"/>
              </a:ext>
            </a:extLst>
          </p:cNvPr>
          <p:cNvSpPr txBox="1"/>
          <p:nvPr/>
        </p:nvSpPr>
        <p:spPr>
          <a:xfrm>
            <a:off x="9606374" y="4625312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9C525D-C5B4-3D4D-6A63-5D5AE53C80D3}"/>
              </a:ext>
            </a:extLst>
          </p:cNvPr>
          <p:cNvSpPr/>
          <p:nvPr/>
        </p:nvSpPr>
        <p:spPr>
          <a:xfrm>
            <a:off x="9606375" y="4681893"/>
            <a:ext cx="514884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F22332-B31E-3139-63AB-1F996BD2D789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9863817" y="5030394"/>
            <a:ext cx="887951" cy="348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25B46BB2-9A54-A28F-E35A-B7A40D49D150}"/>
              </a:ext>
            </a:extLst>
          </p:cNvPr>
          <p:cNvSpPr/>
          <p:nvPr/>
        </p:nvSpPr>
        <p:spPr>
          <a:xfrm>
            <a:off x="10833284" y="5304048"/>
            <a:ext cx="237599" cy="3147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1073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61C59-357C-B4C0-32D8-F1F8FFFE1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4905C-CF17-DD23-FEFC-75E25AAC4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B11D2E-BF98-9F2D-1553-9FFD050A309D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915A83-F7A4-32FC-846D-9F122D0A763F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0D42F6F-A00F-F668-E67F-33DDB99D5CAB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56DA2-7FE9-3664-A25A-D1E1F3F421E5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E221D2A-B4AA-A9BE-0DA1-2CAD94238471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C5C996E-36F3-0710-7D78-5205DDBEA3E0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A022057-5BB0-5B54-08B5-40F5558EE672}"/>
              </a:ext>
            </a:extLst>
          </p:cNvPr>
          <p:cNvSpPr txBox="1"/>
          <p:nvPr/>
        </p:nvSpPr>
        <p:spPr>
          <a:xfrm>
            <a:off x="8689528" y="4499247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D3465C-0F99-D6F9-C40C-551389C58FD5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317D4E-ACBB-1FA3-38E5-2FB80150A9F7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x=4, y=15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A65009-D5BA-5616-2AEF-001AFE873276}"/>
              </a:ext>
            </a:extLst>
          </p:cNvPr>
          <p:cNvSpPr txBox="1"/>
          <p:nvPr/>
        </p:nvSpPr>
        <p:spPr>
          <a:xfrm>
            <a:off x="4282191" y="4983565"/>
            <a:ext cx="263928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Now that the values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/>
              <a:t>are computed,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 dirty="0"/>
              <a:t> can return their sum, 19.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89AA830-53A2-D29A-09E7-A91A738DAE2D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0EEC5B3-4802-F942-0217-93DFC09811DF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6921475" y="5445230"/>
            <a:ext cx="15645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0FAA8F8-8618-DEF9-5D3C-C4A6FC9BCC14}"/>
              </a:ext>
            </a:extLst>
          </p:cNvPr>
          <p:cNvSpPr/>
          <p:nvPr/>
        </p:nvSpPr>
        <p:spPr>
          <a:xfrm>
            <a:off x="2050007" y="5493349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456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77EC5-70D8-70F7-9253-F770D35C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96238-5EFA-50D0-C3A9-E2C3769C2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2250C6-0A10-81ED-9C66-A1190F4E5EE5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76DF65-090F-99EF-FBF0-048C174C0259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DE96660-5E23-D4B0-C629-8D47DFBBD589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96ADCE8-C530-2B5D-6286-045BF3750784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B44EC7D-CD4C-E6CB-EA56-9C2F507738A2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FDCDAA1-3987-7262-62D5-EAC7FEF47EB1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A7ED903-AA8C-06A3-EA59-8705AE0F0515}"/>
              </a:ext>
            </a:extLst>
          </p:cNvPr>
          <p:cNvSpPr txBox="1"/>
          <p:nvPr/>
        </p:nvSpPr>
        <p:spPr>
          <a:xfrm>
            <a:off x="8689528" y="4499247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0655DD-1B40-5594-DFF8-CC000AA094A3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684FA0-7D8D-EFC9-72C1-EAA7FBA85BB2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h(3), a=3, x=4, y=15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39A24-04FB-600E-62E6-333794F57C7A}"/>
              </a:ext>
            </a:extLst>
          </p:cNvPr>
          <p:cNvSpPr txBox="1"/>
          <p:nvPr/>
        </p:nvSpPr>
        <p:spPr>
          <a:xfrm>
            <a:off x="4282191" y="4983565"/>
            <a:ext cx="263928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Now that the values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/>
              <a:t>are computed,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 dirty="0"/>
              <a:t> can return their sum, 19.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8E49793-C109-811B-962C-7E5207DA18A2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8B80155-1F87-F578-E080-AB7EB4CEEFF9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6921475" y="5445230"/>
            <a:ext cx="15645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6B50F53-07C6-7F00-320E-35EB8C1AD64F}"/>
              </a:ext>
            </a:extLst>
          </p:cNvPr>
          <p:cNvSpPr/>
          <p:nvPr/>
        </p:nvSpPr>
        <p:spPr>
          <a:xfrm>
            <a:off x="9329598" y="879602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B693380-D13A-4B24-1E25-1B85A6C49457}"/>
              </a:ext>
            </a:extLst>
          </p:cNvPr>
          <p:cNvCxnSpPr>
            <a:cxnSpLocks/>
          </p:cNvCxnSpPr>
          <p:nvPr/>
        </p:nvCxnSpPr>
        <p:spPr>
          <a:xfrm>
            <a:off x="8710714" y="5083403"/>
            <a:ext cx="2373502" cy="5421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B84446-1A5A-C6AA-51C7-0591FC50C434}"/>
              </a:ext>
            </a:extLst>
          </p:cNvPr>
          <p:cNvCxnSpPr>
            <a:cxnSpLocks/>
          </p:cNvCxnSpPr>
          <p:nvPr/>
        </p:nvCxnSpPr>
        <p:spPr>
          <a:xfrm flipV="1">
            <a:off x="8710714" y="5210709"/>
            <a:ext cx="2715549" cy="43395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5253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7B2AC-9156-75A6-09F7-171058E4C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A71D3-DE8A-53BD-A063-46C47FF8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 dirty="0"/>
              <a:t>Calling Functions: </a:t>
            </a:r>
            <a:r>
              <a:rPr lang="en-US" b="1" dirty="0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52D656-656E-8D43-ADDD-D22A2DA626FC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14161F-4A23-95AD-080E-07B54D78EFB5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A7FD3F-4F9C-3044-CE6F-646F04C0D752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E1375CD-16A2-3D60-3066-7CFADE7FE2AD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56E82D6-386D-8DA6-A0BC-6B8FDC265196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B416547-57BD-69A3-05D6-0F82935F96A2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31125821-4639-7E3D-44FD-04F8F0EBAB69}"/>
              </a:ext>
            </a:extLst>
          </p:cNvPr>
          <p:cNvSpPr txBox="1"/>
          <p:nvPr/>
        </p:nvSpPr>
        <p:spPr>
          <a:xfrm>
            <a:off x="8689528" y="4499247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</a:t>
            </a:r>
            <a:r>
              <a:rPr lang="en-US" dirty="0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4C9FC7-6021-9F4D-8768-4BD60353AE0F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bottom</a:t>
            </a:r>
            <a:r>
              <a:rPr lang="en-US" dirty="0"/>
              <a:t> of the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611C70-62EA-5D12-70DE-9A4885BD6E72}"/>
              </a:ext>
            </a:extLst>
          </p:cNvPr>
          <p:cNvSpPr txBox="1"/>
          <p:nvPr/>
        </p:nvSpPr>
        <p:spPr>
          <a:xfrm>
            <a:off x="4282191" y="4983565"/>
            <a:ext cx="263928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Now that the values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/>
              <a:t>are computed,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 dirty="0"/>
              <a:t> can return their sum, 19.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1741FD5-6D98-8BBB-1FA8-0DA7DCC90087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6921475" y="5364224"/>
            <a:ext cx="2514070" cy="810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2D43FC8-13DC-9F66-B22A-D023BFDFB1F7}"/>
              </a:ext>
            </a:extLst>
          </p:cNvPr>
          <p:cNvSpPr/>
          <p:nvPr/>
        </p:nvSpPr>
        <p:spPr>
          <a:xfrm>
            <a:off x="9329598" y="879602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1D2A0-2078-95C1-7F84-A91B9622075E}"/>
              </a:ext>
            </a:extLst>
          </p:cNvPr>
          <p:cNvSpPr txBox="1"/>
          <p:nvPr/>
        </p:nvSpPr>
        <p:spPr>
          <a:xfrm>
            <a:off x="9435545" y="5133391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E1CDED-3728-6E46-05B0-1A4C07D21D4D}"/>
              </a:ext>
            </a:extLst>
          </p:cNvPr>
          <p:cNvSpPr txBox="1"/>
          <p:nvPr/>
        </p:nvSpPr>
        <p:spPr>
          <a:xfrm>
            <a:off x="9329598" y="885501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38B94F-B246-0DE4-F562-5EAE338F64E6}"/>
              </a:ext>
            </a:extLst>
          </p:cNvPr>
          <p:cNvSpPr txBox="1"/>
          <p:nvPr/>
        </p:nvSpPr>
        <p:spPr>
          <a:xfrm>
            <a:off x="5539226" y="557187"/>
            <a:ext cx="2639284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After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 dirty="0"/>
              <a:t> returns, the program runs whatever code comes after it.</a:t>
            </a:r>
            <a:br>
              <a:rPr lang="en-US" dirty="0"/>
            </a:br>
            <a:r>
              <a:rPr lang="en-US" dirty="0"/>
              <a:t>In this case, the return value is ignored.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451ABA-CB15-C690-128F-29B57A24627E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 flipV="1">
            <a:off x="8178510" y="1070167"/>
            <a:ext cx="1151088" cy="225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040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</TotalTime>
  <Words>3737</Words>
  <Application>Microsoft Macintosh PowerPoint</Application>
  <PresentationFormat>Widescreen</PresentationFormat>
  <Paragraphs>710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Aptos</vt:lpstr>
      <vt:lpstr>Aptos Display</vt:lpstr>
      <vt:lpstr>Arial</vt:lpstr>
      <vt:lpstr>Consolas</vt:lpstr>
      <vt:lpstr>Office Theme</vt:lpstr>
      <vt:lpstr>Week 2</vt:lpstr>
      <vt:lpstr>Compiling</vt:lpstr>
      <vt:lpstr>Pass by Reference</vt:lpstr>
      <vt:lpstr>Pass by Reference</vt:lpstr>
      <vt:lpstr>Pass by Reference</vt:lpstr>
      <vt:lpstr>Pass by Reference</vt:lpstr>
      <vt:lpstr>Pass by Reference</vt:lpstr>
      <vt:lpstr>Pass by Reference</vt:lpstr>
      <vt:lpstr>Pass by Value</vt:lpstr>
      <vt:lpstr>Pass by Value</vt:lpstr>
      <vt:lpstr>Pass by Value</vt:lpstr>
      <vt:lpstr>Pass by Value</vt:lpstr>
      <vt:lpstr>Pass by Value</vt:lpstr>
      <vt:lpstr>Pass by Value</vt:lpstr>
      <vt:lpstr>Calling Functions</vt:lpstr>
      <vt:lpstr>Calling Functions</vt:lpstr>
      <vt:lpstr>Calling Functions</vt:lpstr>
      <vt:lpstr>Calling Functions</vt:lpstr>
      <vt:lpstr>Calling Functions</vt:lpstr>
      <vt:lpstr>Calling Functions</vt:lpstr>
      <vt:lpstr>Calling Functions</vt:lpstr>
      <vt:lpstr>Calling Functions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Things to Note About the Call Stack</vt:lpstr>
      <vt:lpstr>Things to Note About the Call Stack</vt:lpstr>
      <vt:lpstr>Things to Note About the Call Stack</vt:lpstr>
      <vt:lpstr>Things to Note About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dcterms:created xsi:type="dcterms:W3CDTF">2026-01-03T19:29:34Z</dcterms:created>
  <dcterms:modified xsi:type="dcterms:W3CDTF">2026-01-12T19:33:52Z</dcterms:modified>
</cp:coreProperties>
</file>