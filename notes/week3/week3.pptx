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88" r:id="rId3"/>
    <p:sldId id="275" r:id="rId4"/>
    <p:sldId id="289" r:id="rId5"/>
    <p:sldId id="281" r:id="rId6"/>
    <p:sldId id="277" r:id="rId7"/>
    <p:sldId id="278" r:id="rId8"/>
    <p:sldId id="279" r:id="rId9"/>
    <p:sldId id="280" r:id="rId10"/>
    <p:sldId id="283" r:id="rId11"/>
    <p:sldId id="284" r:id="rId12"/>
    <p:sldId id="285" r:id="rId13"/>
    <p:sldId id="286" r:id="rId14"/>
    <p:sldId id="290" r:id="rId15"/>
    <p:sldId id="287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5" r:id="rId29"/>
    <p:sldId id="307" r:id="rId30"/>
    <p:sldId id="306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9" r:id="rId42"/>
    <p:sldId id="320" r:id="rId43"/>
    <p:sldId id="321" r:id="rId44"/>
    <p:sldId id="323" r:id="rId45"/>
    <p:sldId id="324" r:id="rId46"/>
    <p:sldId id="333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4" r:id="rId55"/>
    <p:sldId id="335" r:id="rId56"/>
    <p:sldId id="336" r:id="rId57"/>
    <p:sldId id="337" r:id="rId58"/>
    <p:sldId id="338" r:id="rId59"/>
    <p:sldId id="340" r:id="rId60"/>
    <p:sldId id="341" r:id="rId61"/>
    <p:sldId id="346" r:id="rId62"/>
    <p:sldId id="345" r:id="rId63"/>
    <p:sldId id="339" r:id="rId64"/>
    <p:sldId id="343" r:id="rId65"/>
    <p:sldId id="342" r:id="rId66"/>
    <p:sldId id="344" r:id="rId67"/>
    <p:sldId id="347" r:id="rId68"/>
    <p:sldId id="348" r:id="rId69"/>
    <p:sldId id="349" r:id="rId70"/>
    <p:sldId id="352" r:id="rId71"/>
    <p:sldId id="353" r:id="rId72"/>
    <p:sldId id="351" r:id="rId73"/>
    <p:sldId id="355" r:id="rId74"/>
    <p:sldId id="354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8CD5C9-9074-BB4C-9B0C-AE9F96B0C627}">
          <p14:sldIdLst>
            <p14:sldId id="256"/>
          </p14:sldIdLst>
        </p14:section>
        <p14:section name="Memory as an array" id="{2662C731-AF97-4649-B88D-B6B35D7F94CC}">
          <p14:sldIdLst>
            <p14:sldId id="288"/>
            <p14:sldId id="275"/>
            <p14:sldId id="289"/>
            <p14:sldId id="281"/>
            <p14:sldId id="277"/>
            <p14:sldId id="278"/>
            <p14:sldId id="279"/>
            <p14:sldId id="280"/>
            <p14:sldId id="283"/>
            <p14:sldId id="284"/>
            <p14:sldId id="285"/>
            <p14:sldId id="286"/>
            <p14:sldId id="290"/>
            <p14:sldId id="287"/>
          </p14:sldIdLst>
        </p14:section>
        <p14:section name="Intro to pointers" id="{F4B7C2FD-18C0-F545-98E9-EAADE1C6C97C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++ Memory Regions" id="{EC90B31C-A826-D240-9111-B917D3488801}">
          <p14:sldIdLst>
            <p14:sldId id="302"/>
            <p14:sldId id="305"/>
            <p14:sldId id="307"/>
            <p14:sldId id="306"/>
            <p14:sldId id="308"/>
            <p14:sldId id="309"/>
            <p14:sldId id="310"/>
            <p14:sldId id="311"/>
          </p14:sldIdLst>
        </p14:section>
        <p14:section name="Using free store memory" id="{56D09F24-8D87-4E44-A9DB-6FA917D136DF}">
          <p14:sldIdLst>
            <p14:sldId id="312"/>
            <p14:sldId id="313"/>
            <p14:sldId id="314"/>
            <p14:sldId id="315"/>
            <p14:sldId id="316"/>
            <p14:sldId id="317"/>
            <p14:sldId id="319"/>
            <p14:sldId id="320"/>
            <p14:sldId id="321"/>
            <p14:sldId id="323"/>
            <p14:sldId id="324"/>
            <p14:sldId id="333"/>
          </p14:sldIdLst>
        </p14:section>
        <p14:section name="Arrays and the free store" id="{B8CF1138-1262-1B42-B909-6AF0BC5539D8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4"/>
            <p14:sldId id="335"/>
            <p14:sldId id="336"/>
            <p14:sldId id="337"/>
            <p14:sldId id="338"/>
            <p14:sldId id="340"/>
            <p14:sldId id="341"/>
            <p14:sldId id="346"/>
            <p14:sldId id="345"/>
            <p14:sldId id="339"/>
            <p14:sldId id="343"/>
            <p14:sldId id="342"/>
            <p14:sldId id="344"/>
            <p14:sldId id="347"/>
            <p14:sldId id="348"/>
            <p14:sldId id="349"/>
            <p14:sldId id="352"/>
            <p14:sldId id="353"/>
            <p14:sldId id="351"/>
            <p14:sldId id="355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F49F8-800A-BD46-83C1-23C0B91A78CB}" v="381" dt="2026-01-19T06:03:15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delSection modSection">
      <pc:chgData name="Toby Donaldson" userId="2e6e5431-bb17-4c41-9985-d39c50d83c73" providerId="ADAL" clId="{F31BC264-820E-54C4-A6D1-F92AF9CC222E}" dt="2026-01-16T19:47:34.475" v="4312" actId="1076"/>
      <pc:docMkLst>
        <pc:docMk/>
      </pc:docMkLst>
      <pc:sldChg chg="modSp mod">
        <pc:chgData name="Toby Donaldson" userId="2e6e5431-bb17-4c41-9985-d39c50d83c73" providerId="ADAL" clId="{F31BC264-820E-54C4-A6D1-F92AF9CC222E}" dt="2026-01-16T18:51:31.986" v="2371" actId="20577"/>
        <pc:sldMkLst>
          <pc:docMk/>
          <pc:sldMk cId="2354529924" sldId="256"/>
        </pc:sldMkLst>
        <pc:spChg chg="mod">
          <ac:chgData name="Toby Donaldson" userId="2e6e5431-bb17-4c41-9985-d39c50d83c73" providerId="ADAL" clId="{F31BC264-820E-54C4-A6D1-F92AF9CC222E}" dt="2026-01-16T18:51:31.986" v="2371" actId="20577"/>
          <ac:spMkLst>
            <pc:docMk/>
            <pc:sldMk cId="2354529924" sldId="256"/>
            <ac:spMk id="2" creationId="{C6E8CB0B-4803-44BC-000B-BAB5ABBDE4D2}"/>
          </ac:spMkLst>
        </pc:spChg>
        <pc:spChg chg="mod">
          <ac:chgData name="Toby Donaldson" userId="2e6e5431-bb17-4c41-9985-d39c50d83c73" providerId="ADAL" clId="{F31BC264-820E-54C4-A6D1-F92AF9CC222E}" dt="2026-01-16T18:51:26.905" v="2369" actId="20577"/>
          <ac:spMkLst>
            <pc:docMk/>
            <pc:sldMk cId="2354529924" sldId="256"/>
            <ac:spMk id="4" creationId="{4B74CA26-60A0-F5E3-EA9F-04376B69C722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1-16T19:17:43.924" v="3114" actId="20577"/>
        <pc:sldMkLst>
          <pc:docMk/>
          <pc:sldMk cId="4045112651" sldId="275"/>
        </pc:sldMkLst>
        <pc:spChg chg="mod">
          <ac:chgData name="Toby Donaldson" userId="2e6e5431-bb17-4c41-9985-d39c50d83c73" providerId="ADAL" clId="{F31BC264-820E-54C4-A6D1-F92AF9CC222E}" dt="2026-01-16T18:58:43.120" v="2387" actId="20577"/>
          <ac:spMkLst>
            <pc:docMk/>
            <pc:sldMk cId="4045112651" sldId="275"/>
            <ac:spMk id="2" creationId="{0CFF0CE5-42B3-437D-702E-6374D387E0F1}"/>
          </ac:spMkLst>
        </pc:spChg>
        <pc:spChg chg="add mod">
          <ac:chgData name="Toby Donaldson" userId="2e6e5431-bb17-4c41-9985-d39c50d83c73" providerId="ADAL" clId="{F31BC264-820E-54C4-A6D1-F92AF9CC222E}" dt="2026-01-16T19:12:29.074" v="2854" actId="20577"/>
          <ac:spMkLst>
            <pc:docMk/>
            <pc:sldMk cId="4045112651" sldId="275"/>
            <ac:spMk id="52" creationId="{BA6EDF77-5FA4-6529-3F4B-625AE1A3B827}"/>
          </ac:spMkLst>
        </pc:spChg>
      </pc:sldChg>
      <pc:sldChg chg="delSp modSp add mod">
        <pc:chgData name="Toby Donaldson" userId="2e6e5431-bb17-4c41-9985-d39c50d83c73" providerId="ADAL" clId="{F31BC264-820E-54C4-A6D1-F92AF9CC222E}" dt="2026-01-16T19:19:58.620" v="3187" actId="20577"/>
        <pc:sldMkLst>
          <pc:docMk/>
          <pc:sldMk cId="2143143271" sldId="277"/>
        </pc:sldMkLst>
        <pc:spChg chg="mod">
          <ac:chgData name="Toby Donaldson" userId="2e6e5431-bb17-4c41-9985-d39c50d83c73" providerId="ADAL" clId="{F31BC264-820E-54C4-A6D1-F92AF9CC222E}" dt="2026-01-16T19:18:02.467" v="3124" actId="20577"/>
          <ac:spMkLst>
            <pc:docMk/>
            <pc:sldMk cId="2143143271" sldId="277"/>
            <ac:spMk id="28" creationId="{7265A61D-A557-AFBA-F12C-9368BDC92D93}"/>
          </ac:spMkLst>
        </pc:spChg>
        <pc:spChg chg="mod">
          <ac:chgData name="Toby Donaldson" userId="2e6e5431-bb17-4c41-9985-d39c50d83c73" providerId="ADAL" clId="{F31BC264-820E-54C4-A6D1-F92AF9CC222E}" dt="2026-01-16T19:17:59.463" v="3122" actId="20577"/>
          <ac:spMkLst>
            <pc:docMk/>
            <pc:sldMk cId="2143143271" sldId="277"/>
            <ac:spMk id="33" creationId="{DA9B7FC3-E874-1254-4D14-52CC0B48F2AD}"/>
          </ac:spMkLst>
        </pc:spChg>
        <pc:spChg chg="mod">
          <ac:chgData name="Toby Donaldson" userId="2e6e5431-bb17-4c41-9985-d39c50d83c73" providerId="ADAL" clId="{F31BC264-820E-54C4-A6D1-F92AF9CC222E}" dt="2026-01-16T19:18:12.177" v="3129" actId="20577"/>
          <ac:spMkLst>
            <pc:docMk/>
            <pc:sldMk cId="2143143271" sldId="277"/>
            <ac:spMk id="37" creationId="{C2593158-7758-408E-E845-159750CB4D9C}"/>
          </ac:spMkLst>
        </pc:spChg>
        <pc:spChg chg="mod">
          <ac:chgData name="Toby Donaldson" userId="2e6e5431-bb17-4c41-9985-d39c50d83c73" providerId="ADAL" clId="{F31BC264-820E-54C4-A6D1-F92AF9CC222E}" dt="2026-01-16T19:18:07.287" v="3127" actId="20577"/>
          <ac:spMkLst>
            <pc:docMk/>
            <pc:sldMk cId="2143143271" sldId="277"/>
            <ac:spMk id="41" creationId="{B99F976C-2CD2-3CD5-9C58-05E07A3D749A}"/>
          </ac:spMkLst>
        </pc:spChg>
        <pc:spChg chg="mod">
          <ac:chgData name="Toby Donaldson" userId="2e6e5431-bb17-4c41-9985-d39c50d83c73" providerId="ADAL" clId="{F31BC264-820E-54C4-A6D1-F92AF9CC222E}" dt="2026-01-16T19:18:14.603" v="3130" actId="20577"/>
          <ac:spMkLst>
            <pc:docMk/>
            <pc:sldMk cId="2143143271" sldId="277"/>
            <ac:spMk id="45" creationId="{EC157F9C-8359-79F1-CDDC-A5BB40722DF1}"/>
          </ac:spMkLst>
        </pc:spChg>
        <pc:spChg chg="mod">
          <ac:chgData name="Toby Donaldson" userId="2e6e5431-bb17-4c41-9985-d39c50d83c73" providerId="ADAL" clId="{F31BC264-820E-54C4-A6D1-F92AF9CC222E}" dt="2026-01-16T19:17:54.724" v="3118" actId="20577"/>
          <ac:spMkLst>
            <pc:docMk/>
            <pc:sldMk cId="2143143271" sldId="277"/>
            <ac:spMk id="49" creationId="{3600599F-B59E-1BC3-7F49-4B4F14738379}"/>
          </ac:spMkLst>
        </pc:spChg>
        <pc:spChg chg="mod">
          <ac:chgData name="Toby Donaldson" userId="2e6e5431-bb17-4c41-9985-d39c50d83c73" providerId="ADAL" clId="{F31BC264-820E-54C4-A6D1-F92AF9CC222E}" dt="2026-01-16T19:19:58.620" v="3187" actId="20577"/>
          <ac:spMkLst>
            <pc:docMk/>
            <pc:sldMk cId="2143143271" sldId="277"/>
            <ac:spMk id="54" creationId="{4D12C52D-BDA2-4403-F6AE-DCBDA4866A4B}"/>
          </ac:spMkLst>
        </pc:spChg>
      </pc:sldChg>
      <pc:sldChg chg="addSp modSp add mod">
        <pc:chgData name="Toby Donaldson" userId="2e6e5431-bb17-4c41-9985-d39c50d83c73" providerId="ADAL" clId="{F31BC264-820E-54C4-A6D1-F92AF9CC222E}" dt="2026-01-16T19:21:44.165" v="3346" actId="11529"/>
        <pc:sldMkLst>
          <pc:docMk/>
          <pc:sldMk cId="622919139" sldId="278"/>
        </pc:sldMkLst>
        <pc:spChg chg="add mod">
          <ac:chgData name="Toby Donaldson" userId="2e6e5431-bb17-4c41-9985-d39c50d83c73" providerId="ADAL" clId="{F31BC264-820E-54C4-A6D1-F92AF9CC222E}" dt="2026-01-16T19:21:12.935" v="3342" actId="1076"/>
          <ac:spMkLst>
            <pc:docMk/>
            <pc:sldMk cId="622919139" sldId="278"/>
            <ac:spMk id="3" creationId="{936852B2-B31F-3EDA-9284-EF64F5F6CF07}"/>
          </ac:spMkLst>
        </pc:spChg>
        <pc:spChg chg="mod">
          <ac:chgData name="Toby Donaldson" userId="2e6e5431-bb17-4c41-9985-d39c50d83c73" providerId="ADAL" clId="{F31BC264-820E-54C4-A6D1-F92AF9CC222E}" dt="2026-01-16T19:21:37.085" v="3345" actId="1076"/>
          <ac:spMkLst>
            <pc:docMk/>
            <pc:sldMk cId="622919139" sldId="278"/>
            <ac:spMk id="54" creationId="{34CAE758-C78A-C78D-69D0-9F39183DD806}"/>
          </ac:spMkLst>
        </pc:spChg>
        <pc:cxnChg chg="add">
          <ac:chgData name="Toby Donaldson" userId="2e6e5431-bb17-4c41-9985-d39c50d83c73" providerId="ADAL" clId="{F31BC264-820E-54C4-A6D1-F92AF9CC222E}" dt="2026-01-16T19:21:44.165" v="3346" actId="11529"/>
          <ac:cxnSpMkLst>
            <pc:docMk/>
            <pc:sldMk cId="622919139" sldId="278"/>
            <ac:cxnSpMk id="5" creationId="{17FDDEBC-9550-4C36-8EAD-F65ABE49E28F}"/>
          </ac:cxnSpMkLst>
        </pc:cxnChg>
      </pc:sldChg>
      <pc:sldChg chg="modSp add mod">
        <pc:chgData name="Toby Donaldson" userId="2e6e5431-bb17-4c41-9985-d39c50d83c73" providerId="ADAL" clId="{F31BC264-820E-54C4-A6D1-F92AF9CC222E}" dt="2026-01-16T19:22:21.054" v="3418" actId="20577"/>
        <pc:sldMkLst>
          <pc:docMk/>
          <pc:sldMk cId="3647929953" sldId="279"/>
        </pc:sldMkLst>
        <pc:spChg chg="mod">
          <ac:chgData name="Toby Donaldson" userId="2e6e5431-bb17-4c41-9985-d39c50d83c73" providerId="ADAL" clId="{F31BC264-820E-54C4-A6D1-F92AF9CC222E}" dt="2026-01-16T19:21:59.988" v="3348" actId="20577"/>
          <ac:spMkLst>
            <pc:docMk/>
            <pc:sldMk cId="3647929953" sldId="279"/>
            <ac:spMk id="28" creationId="{7E6268C3-B06C-42B6-1439-23DEE9A65852}"/>
          </ac:spMkLst>
        </pc:spChg>
        <pc:spChg chg="mod">
          <ac:chgData name="Toby Donaldson" userId="2e6e5431-bb17-4c41-9985-d39c50d83c73" providerId="ADAL" clId="{F31BC264-820E-54C4-A6D1-F92AF9CC222E}" dt="2026-01-16T19:22:21.054" v="3418" actId="20577"/>
          <ac:spMkLst>
            <pc:docMk/>
            <pc:sldMk cId="3647929953" sldId="279"/>
            <ac:spMk id="54" creationId="{B05BE634-A420-A24F-357E-863F15B7ECFA}"/>
          </ac:spMkLst>
        </pc:spChg>
        <pc:cxnChg chg="mod">
          <ac:chgData name="Toby Donaldson" userId="2e6e5431-bb17-4c41-9985-d39c50d83c73" providerId="ADAL" clId="{F31BC264-820E-54C4-A6D1-F92AF9CC222E}" dt="2026-01-16T19:22:21.054" v="3418" actId="20577"/>
          <ac:cxnSpMkLst>
            <pc:docMk/>
            <pc:sldMk cId="3647929953" sldId="279"/>
            <ac:cxnSpMk id="5" creationId="{1CE222DA-09B5-7879-C24F-62C74AC3D1FE}"/>
          </ac:cxnSpMkLst>
        </pc:cxnChg>
      </pc:sldChg>
      <pc:sldChg chg="addSp delSp modSp add del mod">
        <pc:chgData name="Toby Donaldson" userId="2e6e5431-bb17-4c41-9985-d39c50d83c73" providerId="ADAL" clId="{F31BC264-820E-54C4-A6D1-F92AF9CC222E}" dt="2026-01-16T19:27:56.978" v="3549" actId="2696"/>
        <pc:sldMkLst>
          <pc:docMk/>
          <pc:sldMk cId="3164729297" sldId="280"/>
        </pc:sldMkLst>
        <pc:spChg chg="add mod">
          <ac:chgData name="Toby Donaldson" userId="2e6e5431-bb17-4c41-9985-d39c50d83c73" providerId="ADAL" clId="{F31BC264-820E-54C4-A6D1-F92AF9CC222E}" dt="2026-01-16T19:23:49.431" v="3500" actId="1076"/>
          <ac:spMkLst>
            <pc:docMk/>
            <pc:sldMk cId="3164729297" sldId="280"/>
            <ac:spMk id="8" creationId="{36A0B46E-A67F-0F0A-EC37-90B04325E626}"/>
          </ac:spMkLst>
        </pc:spChg>
        <pc:spChg chg="mod">
          <ac:chgData name="Toby Donaldson" userId="2e6e5431-bb17-4c41-9985-d39c50d83c73" providerId="ADAL" clId="{F31BC264-820E-54C4-A6D1-F92AF9CC222E}" dt="2026-01-16T19:23:25.700" v="3495" actId="1076"/>
          <ac:spMkLst>
            <pc:docMk/>
            <pc:sldMk cId="3164729297" sldId="280"/>
            <ac:spMk id="52" creationId="{F5FEB986-0392-D220-D488-5FBA54AAAA0B}"/>
          </ac:spMkLst>
        </pc:spChg>
        <pc:cxnChg chg="add mod">
          <ac:chgData name="Toby Donaldson" userId="2e6e5431-bb17-4c41-9985-d39c50d83c73" providerId="ADAL" clId="{F31BC264-820E-54C4-A6D1-F92AF9CC222E}" dt="2026-01-16T19:23:53.251" v="3501" actId="14100"/>
          <ac:cxnSpMkLst>
            <pc:docMk/>
            <pc:sldMk cId="3164729297" sldId="280"/>
            <ac:cxnSpMk id="4" creationId="{83E48E65-739D-A9AC-18C1-F54FC138DE27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1-16T19:27:03.799" v="3547" actId="14100"/>
        <pc:sldMkLst>
          <pc:docMk/>
          <pc:sldMk cId="4248507714" sldId="281"/>
        </pc:sldMkLst>
        <pc:spChg chg="mod">
          <ac:chgData name="Toby Donaldson" userId="2e6e5431-bb17-4c41-9985-d39c50d83c73" providerId="ADAL" clId="{F31BC264-820E-54C4-A6D1-F92AF9CC222E}" dt="2026-01-16T19:24:57.818" v="3525" actId="1076"/>
          <ac:spMkLst>
            <pc:docMk/>
            <pc:sldMk cId="4248507714" sldId="281"/>
            <ac:spMk id="54" creationId="{1BA56603-8A1C-223A-45BC-DA384212809E}"/>
          </ac:spMkLst>
        </pc:spChg>
        <pc:cxnChg chg="add">
          <ac:chgData name="Toby Donaldson" userId="2e6e5431-bb17-4c41-9985-d39c50d83c73" providerId="ADAL" clId="{F31BC264-820E-54C4-A6D1-F92AF9CC222E}" dt="2026-01-16T19:25:10.972" v="3526" actId="11529"/>
          <ac:cxnSpMkLst>
            <pc:docMk/>
            <pc:sldMk cId="4248507714" sldId="281"/>
            <ac:cxnSpMk id="4" creationId="{2B7D737B-D441-A7E4-C97E-7BC9FE5BD7F7}"/>
          </ac:cxnSpMkLst>
        </pc:cxnChg>
        <pc:cxnChg chg="add mod">
          <ac:chgData name="Toby Donaldson" userId="2e6e5431-bb17-4c41-9985-d39c50d83c73" providerId="ADAL" clId="{F31BC264-820E-54C4-A6D1-F92AF9CC222E}" dt="2026-01-16T19:25:26.083" v="3529" actId="14100"/>
          <ac:cxnSpMkLst>
            <pc:docMk/>
            <pc:sldMk cId="4248507714" sldId="281"/>
            <ac:cxnSpMk id="5" creationId="{ACDD4C37-1C2B-BB66-11CF-AC677115ECC3}"/>
          </ac:cxnSpMkLst>
        </pc:cxnChg>
        <pc:cxnChg chg="add mod">
          <ac:chgData name="Toby Donaldson" userId="2e6e5431-bb17-4c41-9985-d39c50d83c73" providerId="ADAL" clId="{F31BC264-820E-54C4-A6D1-F92AF9CC222E}" dt="2026-01-16T19:27:03.799" v="3547" actId="14100"/>
          <ac:cxnSpMkLst>
            <pc:docMk/>
            <pc:sldMk cId="4248507714" sldId="281"/>
            <ac:cxnSpMk id="8" creationId="{4CE771EF-CAE4-526B-A15B-D8DA36AF4796}"/>
          </ac:cxnSpMkLst>
        </pc:cxnChg>
        <pc:cxnChg chg="add mod">
          <ac:chgData name="Toby Donaldson" userId="2e6e5431-bb17-4c41-9985-d39c50d83c73" providerId="ADAL" clId="{F31BC264-820E-54C4-A6D1-F92AF9CC222E}" dt="2026-01-16T19:26:45.318" v="3545" actId="14100"/>
          <ac:cxnSpMkLst>
            <pc:docMk/>
            <pc:sldMk cId="4248507714" sldId="281"/>
            <ac:cxnSpMk id="12" creationId="{F25E405E-DEDB-15DE-3332-DF5E1BEEB643}"/>
          </ac:cxnSpMkLst>
        </pc:cxnChg>
        <pc:cxnChg chg="add mod">
          <ac:chgData name="Toby Donaldson" userId="2e6e5431-bb17-4c41-9985-d39c50d83c73" providerId="ADAL" clId="{F31BC264-820E-54C4-A6D1-F92AF9CC222E}" dt="2026-01-16T19:26:15.734" v="3542" actId="14100"/>
          <ac:cxnSpMkLst>
            <pc:docMk/>
            <pc:sldMk cId="4248507714" sldId="281"/>
            <ac:cxnSpMk id="15" creationId="{95E28001-7E1D-C670-1465-E28F3C105766}"/>
          </ac:cxnSpMkLst>
        </pc:cxnChg>
        <pc:cxnChg chg="add mod">
          <ac:chgData name="Toby Donaldson" userId="2e6e5431-bb17-4c41-9985-d39c50d83c73" providerId="ADAL" clId="{F31BC264-820E-54C4-A6D1-F92AF9CC222E}" dt="2026-01-16T19:26:26.558" v="3544" actId="14100"/>
          <ac:cxnSpMkLst>
            <pc:docMk/>
            <pc:sldMk cId="4248507714" sldId="281"/>
            <ac:cxnSpMk id="18" creationId="{3FE0610E-7D3C-788C-9F45-24C4F21E1A5C}"/>
          </ac:cxnSpMkLst>
        </pc:cxnChg>
      </pc:sldChg>
      <pc:sldChg chg="modSp add mod">
        <pc:chgData name="Toby Donaldson" userId="2e6e5431-bb17-4c41-9985-d39c50d83c73" providerId="ADAL" clId="{F31BC264-820E-54C4-A6D1-F92AF9CC222E}" dt="2026-01-16T19:38:15.500" v="4053" actId="207"/>
        <pc:sldMkLst>
          <pc:docMk/>
          <pc:sldMk cId="2011659512" sldId="283"/>
        </pc:sldMkLst>
        <pc:spChg chg="mod">
          <ac:chgData name="Toby Donaldson" userId="2e6e5431-bb17-4c41-9985-d39c50d83c73" providerId="ADAL" clId="{F31BC264-820E-54C4-A6D1-F92AF9CC222E}" dt="2026-01-16T19:38:15.500" v="4053" actId="207"/>
          <ac:spMkLst>
            <pc:docMk/>
            <pc:sldMk cId="2011659512" sldId="283"/>
            <ac:spMk id="29" creationId="{4F77B173-CD1F-1A12-1DAB-AE2E8009A83A}"/>
          </ac:spMkLst>
        </pc:spChg>
      </pc:sldChg>
      <pc:sldChg chg="delSp modSp add mod">
        <pc:chgData name="Toby Donaldson" userId="2e6e5431-bb17-4c41-9985-d39c50d83c73" providerId="ADAL" clId="{F31BC264-820E-54C4-A6D1-F92AF9CC222E}" dt="2026-01-16T19:38:10.866" v="4052" actId="207"/>
        <pc:sldMkLst>
          <pc:docMk/>
          <pc:sldMk cId="54825853" sldId="284"/>
        </pc:sldMkLst>
        <pc:spChg chg="mod">
          <ac:chgData name="Toby Donaldson" userId="2e6e5431-bb17-4c41-9985-d39c50d83c73" providerId="ADAL" clId="{F31BC264-820E-54C4-A6D1-F92AF9CC222E}" dt="2026-01-16T19:33:55.651" v="3888" actId="1076"/>
          <ac:spMkLst>
            <pc:docMk/>
            <pc:sldMk cId="54825853" sldId="284"/>
            <ac:spMk id="6" creationId="{C9B7E308-13D0-D3C0-E820-4A202480451F}"/>
          </ac:spMkLst>
        </pc:spChg>
        <pc:spChg chg="mod">
          <ac:chgData name="Toby Donaldson" userId="2e6e5431-bb17-4c41-9985-d39c50d83c73" providerId="ADAL" clId="{F31BC264-820E-54C4-A6D1-F92AF9CC222E}" dt="2026-01-16T19:38:10.866" v="4052" actId="207"/>
          <ac:spMkLst>
            <pc:docMk/>
            <pc:sldMk cId="54825853" sldId="284"/>
            <ac:spMk id="29" creationId="{162713D0-42E5-8EE6-DCAD-BBB4F13A38D3}"/>
          </ac:spMkLst>
        </pc:spChg>
        <pc:spChg chg="mod">
          <ac:chgData name="Toby Donaldson" userId="2e6e5431-bb17-4c41-9985-d39c50d83c73" providerId="ADAL" clId="{F31BC264-820E-54C4-A6D1-F92AF9CC222E}" dt="2026-01-16T19:33:42.867" v="3886" actId="1076"/>
          <ac:spMkLst>
            <pc:docMk/>
            <pc:sldMk cId="54825853" sldId="284"/>
            <ac:spMk id="52" creationId="{2E909A0A-9782-09BB-912B-8A043E9F2883}"/>
          </ac:spMkLst>
        </pc:spChg>
        <pc:cxnChg chg="mod">
          <ac:chgData name="Toby Donaldson" userId="2e6e5431-bb17-4c41-9985-d39c50d83c73" providerId="ADAL" clId="{F31BC264-820E-54C4-A6D1-F92AF9CC222E}" dt="2026-01-16T19:33:55.651" v="3888" actId="1076"/>
          <ac:cxnSpMkLst>
            <pc:docMk/>
            <pc:sldMk cId="54825853" sldId="284"/>
            <ac:cxnSpMk id="4" creationId="{1BBC8F2B-43DE-06FB-E0FA-5A35EC4DC8AE}"/>
          </ac:cxnSpMkLst>
        </pc:cxnChg>
        <pc:cxnChg chg="mod">
          <ac:chgData name="Toby Donaldson" userId="2e6e5431-bb17-4c41-9985-d39c50d83c73" providerId="ADAL" clId="{F31BC264-820E-54C4-A6D1-F92AF9CC222E}" dt="2026-01-16T19:33:42.867" v="3886" actId="1076"/>
          <ac:cxnSpMkLst>
            <pc:docMk/>
            <pc:sldMk cId="54825853" sldId="284"/>
            <ac:cxnSpMk id="13" creationId="{2E49C46E-A7E9-EE08-4D40-FE7027EF0A1A}"/>
          </ac:cxnSpMkLst>
        </pc:cxnChg>
      </pc:sldChg>
      <pc:sldChg chg="modSp add mod">
        <pc:chgData name="Toby Donaldson" userId="2e6e5431-bb17-4c41-9985-d39c50d83c73" providerId="ADAL" clId="{F31BC264-820E-54C4-A6D1-F92AF9CC222E}" dt="2026-01-16T19:38:06.300" v="4051" actId="207"/>
        <pc:sldMkLst>
          <pc:docMk/>
          <pc:sldMk cId="678311722" sldId="285"/>
        </pc:sldMkLst>
        <pc:spChg chg="mod">
          <ac:chgData name="Toby Donaldson" userId="2e6e5431-bb17-4c41-9985-d39c50d83c73" providerId="ADAL" clId="{F31BC264-820E-54C4-A6D1-F92AF9CC222E}" dt="2026-01-16T19:34:39.452" v="3917" actId="207"/>
          <ac:spMkLst>
            <pc:docMk/>
            <pc:sldMk cId="678311722" sldId="285"/>
            <ac:spMk id="6" creationId="{AA58F45B-B594-B5BA-CC27-F5100ACCC7A9}"/>
          </ac:spMkLst>
        </pc:spChg>
        <pc:spChg chg="mod">
          <ac:chgData name="Toby Donaldson" userId="2e6e5431-bb17-4c41-9985-d39c50d83c73" providerId="ADAL" clId="{F31BC264-820E-54C4-A6D1-F92AF9CC222E}" dt="2026-01-16T19:38:06.300" v="4051" actId="207"/>
          <ac:spMkLst>
            <pc:docMk/>
            <pc:sldMk cId="678311722" sldId="285"/>
            <ac:spMk id="29" creationId="{6F7E57D2-9C21-F7E0-3B7E-F20FBFE85C1E}"/>
          </ac:spMkLst>
        </pc:spChg>
      </pc:sldChg>
      <pc:sldChg chg="addSp modSp add mod">
        <pc:chgData name="Toby Donaldson" userId="2e6e5431-bb17-4c41-9985-d39c50d83c73" providerId="ADAL" clId="{F31BC264-820E-54C4-A6D1-F92AF9CC222E}" dt="2026-01-16T19:37:55.079" v="4050" actId="1076"/>
        <pc:sldMkLst>
          <pc:docMk/>
          <pc:sldMk cId="1760008940" sldId="286"/>
        </pc:sldMkLst>
        <pc:spChg chg="add mod">
          <ac:chgData name="Toby Donaldson" userId="2e6e5431-bb17-4c41-9985-d39c50d83c73" providerId="ADAL" clId="{F31BC264-820E-54C4-A6D1-F92AF9CC222E}" dt="2026-01-16T19:37:55.079" v="4050" actId="1076"/>
          <ac:spMkLst>
            <pc:docMk/>
            <pc:sldMk cId="1760008940" sldId="286"/>
            <ac:spMk id="3" creationId="{646F3C19-C36C-3E70-4C20-4F68D1E7E413}"/>
          </ac:spMkLst>
        </pc:spChg>
        <pc:spChg chg="mod">
          <ac:chgData name="Toby Donaldson" userId="2e6e5431-bb17-4c41-9985-d39c50d83c73" providerId="ADAL" clId="{F31BC264-820E-54C4-A6D1-F92AF9CC222E}" dt="2026-01-16T19:35:58.084" v="3942" actId="207"/>
          <ac:spMkLst>
            <pc:docMk/>
            <pc:sldMk cId="1760008940" sldId="286"/>
            <ac:spMk id="6" creationId="{D98906C3-1E64-D48C-34C7-73C78B8A1A4A}"/>
          </ac:spMkLst>
        </pc:spChg>
        <pc:spChg chg="mod">
          <ac:chgData name="Toby Donaldson" userId="2e6e5431-bb17-4c41-9985-d39c50d83c73" providerId="ADAL" clId="{F31BC264-820E-54C4-A6D1-F92AF9CC222E}" dt="2026-01-16T19:37:29.998" v="4045" actId="207"/>
          <ac:spMkLst>
            <pc:docMk/>
            <pc:sldMk cId="1760008940" sldId="286"/>
            <ac:spMk id="29" creationId="{F1563141-9F2A-3EBC-FFD3-16CD893E7058}"/>
          </ac:spMkLst>
        </pc:spChg>
        <pc:cxnChg chg="add mod">
          <ac:chgData name="Toby Donaldson" userId="2e6e5431-bb17-4c41-9985-d39c50d83c73" providerId="ADAL" clId="{F31BC264-820E-54C4-A6D1-F92AF9CC222E}" dt="2026-01-16T19:37:55.079" v="4050" actId="1076"/>
          <ac:cxnSpMkLst>
            <pc:docMk/>
            <pc:sldMk cId="1760008940" sldId="286"/>
            <ac:cxnSpMk id="7" creationId="{22300E4E-9F19-9A8A-E60B-CBA9C8C5AE02}"/>
          </ac:cxnSpMkLst>
        </pc:cxnChg>
      </pc:sldChg>
      <pc:sldChg chg="addSp modSp add mod">
        <pc:chgData name="Toby Donaldson" userId="2e6e5431-bb17-4c41-9985-d39c50d83c73" providerId="ADAL" clId="{F31BC264-820E-54C4-A6D1-F92AF9CC222E}" dt="2026-01-16T19:47:34.475" v="4312" actId="1076"/>
        <pc:sldMkLst>
          <pc:docMk/>
          <pc:sldMk cId="3464407289" sldId="287"/>
        </pc:sldMkLst>
        <pc:spChg chg="add mod">
          <ac:chgData name="Toby Donaldson" userId="2e6e5431-bb17-4c41-9985-d39c50d83c73" providerId="ADAL" clId="{F31BC264-820E-54C4-A6D1-F92AF9CC222E}" dt="2026-01-16T19:47:34.475" v="4312" actId="1076"/>
          <ac:spMkLst>
            <pc:docMk/>
            <pc:sldMk cId="3464407289" sldId="287"/>
            <ac:spMk id="5" creationId="{F44826D7-8913-84C5-726A-6E92E1167653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modSection">
      <pc:chgData name="Toby Donaldson" userId="2e6e5431-bb17-4c41-9985-d39c50d83c73" providerId="ADAL" clId="{7F9681A8-EEE2-56F4-9B39-ECCBEE0471AC}" dt="2026-01-19T06:04:49.310" v="19400" actId="2696"/>
      <pc:docMkLst>
        <pc:docMk/>
      </pc:docMkLst>
      <pc:sldChg chg="addSp delSp modSp mod">
        <pc:chgData name="Toby Donaldson" userId="2e6e5431-bb17-4c41-9985-d39c50d83c73" providerId="ADAL" clId="{7F9681A8-EEE2-56F4-9B39-ECCBEE0471AC}" dt="2026-01-16T22:38:24.303" v="6065" actId="21"/>
        <pc:sldMkLst>
          <pc:docMk/>
          <pc:sldMk cId="4045112651" sldId="275"/>
        </pc:sldMkLst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7" creationId="{920ECDF0-A32E-5D51-7733-8E7DBB4AD00D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1" creationId="{FB2E4100-A86C-CB7A-6309-D5188B418891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5" creationId="{6E357A18-861C-03A6-BF30-71FC84B68241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6" creationId="{D1DD1295-E5A8-8CD2-9F3D-A569A0ED1AB8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17" creationId="{51F2A502-AE54-556A-10E5-A249C8CB30F8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20" creationId="{F9CD722C-2587-64FC-5ACB-27F4FCB2127E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24" creationId="{057CC1F0-5712-4E52-0FD0-6A62F24F2440}"/>
          </ac:spMkLst>
        </pc:spChg>
        <pc:spChg chg="mod">
          <ac:chgData name="Toby Donaldson" userId="2e6e5431-bb17-4c41-9985-d39c50d83c73" providerId="ADAL" clId="{7F9681A8-EEE2-56F4-9B39-ECCBEE0471AC}" dt="2026-01-16T22:31:37.906" v="5967" actId="20577"/>
          <ac:spMkLst>
            <pc:docMk/>
            <pc:sldMk cId="4045112651" sldId="275"/>
            <ac:spMk id="52" creationId="{BA6EDF77-5FA4-6529-3F4B-625AE1A3B827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58" creationId="{CEFAD46D-9E12-59D1-8747-7FB138B71B9C}"/>
          </ac:spMkLst>
        </pc:spChg>
        <pc:spChg chg="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61" creationId="{7A7BDD43-AF11-B231-DB23-50CAEB99306E}"/>
          </ac:spMkLst>
        </pc:spChg>
        <pc:spChg chg="add mod">
          <ac:chgData name="Toby Donaldson" userId="2e6e5431-bb17-4c41-9985-d39c50d83c73" providerId="ADAL" clId="{7F9681A8-EEE2-56F4-9B39-ECCBEE0471AC}" dt="2026-01-16T22:38:10.431" v="6064"/>
          <ac:spMkLst>
            <pc:docMk/>
            <pc:sldMk cId="4045112651" sldId="275"/>
            <ac:spMk id="74" creationId="{8A01323D-CA95-31A6-7835-B5B03FB13892}"/>
          </ac:spMkLst>
        </pc:spChg>
      </pc:sldChg>
      <pc:sldChg chg="modSp mod">
        <pc:chgData name="Toby Donaldson" userId="2e6e5431-bb17-4c41-9985-d39c50d83c73" providerId="ADAL" clId="{7F9681A8-EEE2-56F4-9B39-ECCBEE0471AC}" dt="2026-01-16T22:39:14.479" v="6098" actId="1076"/>
        <pc:sldMkLst>
          <pc:docMk/>
          <pc:sldMk cId="2143143271" sldId="277"/>
        </pc:sldMkLst>
        <pc:spChg chg="mod">
          <ac:chgData name="Toby Donaldson" userId="2e6e5431-bb17-4c41-9985-d39c50d83c73" providerId="ADAL" clId="{7F9681A8-EEE2-56F4-9B39-ECCBEE0471AC}" dt="2026-01-16T22:31:47.078" v="5973" actId="20577"/>
          <ac:spMkLst>
            <pc:docMk/>
            <pc:sldMk cId="2143143271" sldId="277"/>
            <ac:spMk id="52" creationId="{D61F4139-1549-726F-0F87-F25F8A5B5830}"/>
          </ac:spMkLst>
        </pc:spChg>
        <pc:spChg chg="mod">
          <ac:chgData name="Toby Donaldson" userId="2e6e5431-bb17-4c41-9985-d39c50d83c73" providerId="ADAL" clId="{7F9681A8-EEE2-56F4-9B39-ECCBEE0471AC}" dt="2026-01-16T22:39:14.479" v="6098" actId="1076"/>
          <ac:spMkLst>
            <pc:docMk/>
            <pc:sldMk cId="2143143271" sldId="277"/>
            <ac:spMk id="54" creationId="{4D12C52D-BDA2-4403-F6AE-DCBDA4866A4B}"/>
          </ac:spMkLst>
        </pc:spChg>
      </pc:sldChg>
      <pc:sldChg chg="modSp mod">
        <pc:chgData name="Toby Donaldson" userId="2e6e5431-bb17-4c41-9985-d39c50d83c73" providerId="ADAL" clId="{7F9681A8-EEE2-56F4-9B39-ECCBEE0471AC}" dt="2026-01-16T22:39:26.764" v="6100" actId="20577"/>
        <pc:sldMkLst>
          <pc:docMk/>
          <pc:sldMk cId="622919139" sldId="278"/>
        </pc:sldMkLst>
        <pc:spChg chg="mod">
          <ac:chgData name="Toby Donaldson" userId="2e6e5431-bb17-4c41-9985-d39c50d83c73" providerId="ADAL" clId="{7F9681A8-EEE2-56F4-9B39-ECCBEE0471AC}" dt="2026-01-16T22:31:51.169" v="5976" actId="20577"/>
          <ac:spMkLst>
            <pc:docMk/>
            <pc:sldMk cId="622919139" sldId="278"/>
            <ac:spMk id="52" creationId="{4419B10B-7220-A398-46C6-2B51237F9F16}"/>
          </ac:spMkLst>
        </pc:spChg>
        <pc:spChg chg="mod">
          <ac:chgData name="Toby Donaldson" userId="2e6e5431-bb17-4c41-9985-d39c50d83c73" providerId="ADAL" clId="{7F9681A8-EEE2-56F4-9B39-ECCBEE0471AC}" dt="2026-01-16T22:39:26.764" v="6100" actId="20577"/>
          <ac:spMkLst>
            <pc:docMk/>
            <pc:sldMk cId="622919139" sldId="278"/>
            <ac:spMk id="54" creationId="{34CAE758-C78A-C78D-69D0-9F39183DD806}"/>
          </ac:spMkLst>
        </pc:spChg>
      </pc:sldChg>
      <pc:sldChg chg="modSp mod">
        <pc:chgData name="Toby Donaldson" userId="2e6e5431-bb17-4c41-9985-d39c50d83c73" providerId="ADAL" clId="{7F9681A8-EEE2-56F4-9B39-ECCBEE0471AC}" dt="2026-01-16T23:44:21.874" v="6342" actId="313"/>
        <pc:sldMkLst>
          <pc:docMk/>
          <pc:sldMk cId="3647929953" sldId="279"/>
        </pc:sldMkLst>
        <pc:spChg chg="mod">
          <ac:chgData name="Toby Donaldson" userId="2e6e5431-bb17-4c41-9985-d39c50d83c73" providerId="ADAL" clId="{7F9681A8-EEE2-56F4-9B39-ECCBEE0471AC}" dt="2026-01-16T23:44:21.874" v="6342" actId="313"/>
          <ac:spMkLst>
            <pc:docMk/>
            <pc:sldMk cId="3647929953" sldId="279"/>
            <ac:spMk id="28" creationId="{7E6268C3-B06C-42B6-1439-23DEE9A65852}"/>
          </ac:spMkLst>
        </pc:spChg>
        <pc:spChg chg="mod">
          <ac:chgData name="Toby Donaldson" userId="2e6e5431-bb17-4c41-9985-d39c50d83c73" providerId="ADAL" clId="{7F9681A8-EEE2-56F4-9B39-ECCBEE0471AC}" dt="2026-01-16T22:31:56.035" v="5979" actId="20577"/>
          <ac:spMkLst>
            <pc:docMk/>
            <pc:sldMk cId="3647929953" sldId="279"/>
            <ac:spMk id="52" creationId="{ECCDBB98-6206-8B50-2C56-13D76E42085F}"/>
          </ac:spMkLst>
        </pc:spChg>
      </pc:sldChg>
      <pc:sldChg chg="modSp mod">
        <pc:chgData name="Toby Donaldson" userId="2e6e5431-bb17-4c41-9985-d39c50d83c73" providerId="ADAL" clId="{7F9681A8-EEE2-56F4-9B39-ECCBEE0471AC}" dt="2026-01-16T23:44:13.686" v="6336" actId="313"/>
        <pc:sldMkLst>
          <pc:docMk/>
          <pc:sldMk cId="3164729297" sldId="280"/>
        </pc:sldMkLst>
        <pc:spChg chg="mod">
          <ac:chgData name="Toby Donaldson" userId="2e6e5431-bb17-4c41-9985-d39c50d83c73" providerId="ADAL" clId="{7F9681A8-EEE2-56F4-9B39-ECCBEE0471AC}" dt="2026-01-16T23:44:13.686" v="6336" actId="313"/>
          <ac:spMkLst>
            <pc:docMk/>
            <pc:sldMk cId="3164729297" sldId="280"/>
            <ac:spMk id="28" creationId="{A5F410D1-CBFA-0113-C576-E0EA293B53A9}"/>
          </ac:spMkLst>
        </pc:spChg>
      </pc:sldChg>
      <pc:sldChg chg="modSp mod">
        <pc:chgData name="Toby Donaldson" userId="2e6e5431-bb17-4c41-9985-d39c50d83c73" providerId="ADAL" clId="{7F9681A8-EEE2-56F4-9B39-ECCBEE0471AC}" dt="2026-01-16T22:31:42.768" v="5970" actId="20577"/>
        <pc:sldMkLst>
          <pc:docMk/>
          <pc:sldMk cId="4248507714" sldId="281"/>
        </pc:sldMkLst>
        <pc:spChg chg="mod">
          <ac:chgData name="Toby Donaldson" userId="2e6e5431-bb17-4c41-9985-d39c50d83c73" providerId="ADAL" clId="{7F9681A8-EEE2-56F4-9B39-ECCBEE0471AC}" dt="2026-01-16T22:31:42.768" v="5970" actId="20577"/>
          <ac:spMkLst>
            <pc:docMk/>
            <pc:sldMk cId="4248507714" sldId="281"/>
            <ac:spMk id="52" creationId="{7197E75C-3C42-B5E5-3B12-880900434603}"/>
          </ac:spMkLst>
        </pc:spChg>
      </pc:sldChg>
      <pc:sldChg chg="addSp delSp modSp mod">
        <pc:chgData name="Toby Donaldson" userId="2e6e5431-bb17-4c41-9985-d39c50d83c73" providerId="ADAL" clId="{7F9681A8-EEE2-56F4-9B39-ECCBEE0471AC}" dt="2026-01-16T23:44:05.619" v="6330"/>
        <pc:sldMkLst>
          <pc:docMk/>
          <pc:sldMk cId="2011659512" sldId="283"/>
        </pc:sldMkLst>
        <pc:spChg chg="mod">
          <ac:chgData name="Toby Donaldson" userId="2e6e5431-bb17-4c41-9985-d39c50d83c73" providerId="ADAL" clId="{7F9681A8-EEE2-56F4-9B39-ECCBEE0471AC}" dt="2026-01-16T22:40:55.845" v="6107" actId="1076"/>
          <ac:spMkLst>
            <pc:docMk/>
            <pc:sldMk cId="2011659512" sldId="283"/>
            <ac:spMk id="16" creationId="{948A7C43-F422-7347-B1D0-0102A9AAE08E}"/>
          </ac:spMkLst>
        </pc:spChg>
        <pc:spChg chg="mod">
          <ac:chgData name="Toby Donaldson" userId="2e6e5431-bb17-4c41-9985-d39c50d83c73" providerId="ADAL" clId="{7F9681A8-EEE2-56F4-9B39-ECCBEE0471AC}" dt="2026-01-16T23:44:05.619" v="6330"/>
          <ac:spMkLst>
            <pc:docMk/>
            <pc:sldMk cId="2011659512" sldId="283"/>
            <ac:spMk id="28" creationId="{A11D211E-FA74-D29D-863C-5EBFD2596027}"/>
          </ac:spMkLst>
        </pc:spChg>
      </pc:sldChg>
      <pc:sldChg chg="modSp">
        <pc:chgData name="Toby Donaldson" userId="2e6e5431-bb17-4c41-9985-d39c50d83c73" providerId="ADAL" clId="{7F9681A8-EEE2-56F4-9B39-ECCBEE0471AC}" dt="2026-01-16T23:44:00.867" v="6329"/>
        <pc:sldMkLst>
          <pc:docMk/>
          <pc:sldMk cId="54825853" sldId="284"/>
        </pc:sldMkLst>
        <pc:spChg chg="mod">
          <ac:chgData name="Toby Donaldson" userId="2e6e5431-bb17-4c41-9985-d39c50d83c73" providerId="ADAL" clId="{7F9681A8-EEE2-56F4-9B39-ECCBEE0471AC}" dt="2026-01-16T23:44:00.867" v="6329"/>
          <ac:spMkLst>
            <pc:docMk/>
            <pc:sldMk cId="54825853" sldId="284"/>
            <ac:spMk id="28" creationId="{73403164-1679-69CB-94C9-4A435D0B6EC8}"/>
          </ac:spMkLst>
        </pc:spChg>
      </pc:sldChg>
      <pc:sldChg chg="delSp modSp mod">
        <pc:chgData name="Toby Donaldson" userId="2e6e5431-bb17-4c41-9985-d39c50d83c73" providerId="ADAL" clId="{7F9681A8-EEE2-56F4-9B39-ECCBEE0471AC}" dt="2026-01-16T23:43:56.122" v="6328"/>
        <pc:sldMkLst>
          <pc:docMk/>
          <pc:sldMk cId="678311722" sldId="285"/>
        </pc:sldMkLst>
        <pc:spChg chg="mod">
          <ac:chgData name="Toby Donaldson" userId="2e6e5431-bb17-4c41-9985-d39c50d83c73" providerId="ADAL" clId="{7F9681A8-EEE2-56F4-9B39-ECCBEE0471AC}" dt="2026-01-16T23:43:56.122" v="6328"/>
          <ac:spMkLst>
            <pc:docMk/>
            <pc:sldMk cId="678311722" sldId="285"/>
            <ac:spMk id="28" creationId="{2EE9DA0C-CC61-23F1-AE6A-EC4DD0824943}"/>
          </ac:spMkLst>
        </pc:spChg>
      </pc:sldChg>
      <pc:sldChg chg="delSp modSp mod">
        <pc:chgData name="Toby Donaldson" userId="2e6e5431-bb17-4c41-9985-d39c50d83c73" providerId="ADAL" clId="{7F9681A8-EEE2-56F4-9B39-ECCBEE0471AC}" dt="2026-01-16T23:43:51.143" v="6327"/>
        <pc:sldMkLst>
          <pc:docMk/>
          <pc:sldMk cId="1760008940" sldId="286"/>
        </pc:sldMkLst>
        <pc:spChg chg="mod">
          <ac:chgData name="Toby Donaldson" userId="2e6e5431-bb17-4c41-9985-d39c50d83c73" providerId="ADAL" clId="{7F9681A8-EEE2-56F4-9B39-ECCBEE0471AC}" dt="2026-01-16T22:46:24.597" v="6130" actId="1076"/>
          <ac:spMkLst>
            <pc:docMk/>
            <pc:sldMk cId="1760008940" sldId="286"/>
            <ac:spMk id="3" creationId="{646F3C19-C36C-3E70-4C20-4F68D1E7E413}"/>
          </ac:spMkLst>
        </pc:spChg>
        <pc:spChg chg="mod">
          <ac:chgData name="Toby Donaldson" userId="2e6e5431-bb17-4c41-9985-d39c50d83c73" providerId="ADAL" clId="{7F9681A8-EEE2-56F4-9B39-ECCBEE0471AC}" dt="2026-01-16T22:46:12.551" v="6129" actId="20577"/>
          <ac:spMkLst>
            <pc:docMk/>
            <pc:sldMk cId="1760008940" sldId="286"/>
            <ac:spMk id="6" creationId="{D98906C3-1E64-D48C-34C7-73C78B8A1A4A}"/>
          </ac:spMkLst>
        </pc:spChg>
        <pc:spChg chg="mod">
          <ac:chgData name="Toby Donaldson" userId="2e6e5431-bb17-4c41-9985-d39c50d83c73" providerId="ADAL" clId="{7F9681A8-EEE2-56F4-9B39-ECCBEE0471AC}" dt="2026-01-16T23:43:51.143" v="6327"/>
          <ac:spMkLst>
            <pc:docMk/>
            <pc:sldMk cId="1760008940" sldId="286"/>
            <ac:spMk id="28" creationId="{1277A082-448E-3033-0509-B2BE162087C8}"/>
          </ac:spMkLst>
        </pc:spChg>
        <pc:cxnChg chg="mod">
          <ac:chgData name="Toby Donaldson" userId="2e6e5431-bb17-4c41-9985-d39c50d83c73" providerId="ADAL" clId="{7F9681A8-EEE2-56F4-9B39-ECCBEE0471AC}" dt="2026-01-16T22:46:35.588" v="6132" actId="14100"/>
          <ac:cxnSpMkLst>
            <pc:docMk/>
            <pc:sldMk cId="1760008940" sldId="286"/>
            <ac:cxnSpMk id="7" creationId="{22300E4E-9F19-9A8A-E60B-CBA9C8C5AE02}"/>
          </ac:cxnSpMkLst>
        </pc:cxnChg>
      </pc:sldChg>
      <pc:sldChg chg="delSp modSp mod">
        <pc:chgData name="Toby Donaldson" userId="2e6e5431-bb17-4c41-9985-d39c50d83c73" providerId="ADAL" clId="{7F9681A8-EEE2-56F4-9B39-ECCBEE0471AC}" dt="2026-01-16T23:43:43.232" v="6325"/>
        <pc:sldMkLst>
          <pc:docMk/>
          <pc:sldMk cId="3464407289" sldId="287"/>
        </pc:sldMkLst>
        <pc:spChg chg="mod">
          <ac:chgData name="Toby Donaldson" userId="2e6e5431-bb17-4c41-9985-d39c50d83c73" providerId="ADAL" clId="{7F9681A8-EEE2-56F4-9B39-ECCBEE0471AC}" dt="2026-01-16T22:50:21.166" v="6310" actId="14100"/>
          <ac:spMkLst>
            <pc:docMk/>
            <pc:sldMk cId="3464407289" sldId="287"/>
            <ac:spMk id="5" creationId="{F44826D7-8913-84C5-726A-6E92E1167653}"/>
          </ac:spMkLst>
        </pc:spChg>
        <pc:spChg chg="mod">
          <ac:chgData name="Toby Donaldson" userId="2e6e5431-bb17-4c41-9985-d39c50d83c73" providerId="ADAL" clId="{7F9681A8-EEE2-56F4-9B39-ECCBEE0471AC}" dt="2026-01-16T22:49:07.163" v="6278"/>
          <ac:spMkLst>
            <pc:docMk/>
            <pc:sldMk cId="3464407289" sldId="287"/>
            <ac:spMk id="6" creationId="{DEEB7FB0-F42A-7065-050F-4350E13B0E14}"/>
          </ac:spMkLst>
        </pc:spChg>
        <pc:spChg chg="mod">
          <ac:chgData name="Toby Donaldson" userId="2e6e5431-bb17-4c41-9985-d39c50d83c73" providerId="ADAL" clId="{7F9681A8-EEE2-56F4-9B39-ECCBEE0471AC}" dt="2026-01-16T23:43:43.232" v="6325"/>
          <ac:spMkLst>
            <pc:docMk/>
            <pc:sldMk cId="3464407289" sldId="287"/>
            <ac:spMk id="28" creationId="{DB05D82B-7620-DCAA-F312-CA07EDD3EB1D}"/>
          </ac:spMkLst>
        </pc:spChg>
      </pc:sldChg>
      <pc:sldChg chg="modSp new mod">
        <pc:chgData name="Toby Donaldson" userId="2e6e5431-bb17-4c41-9985-d39c50d83c73" providerId="ADAL" clId="{7F9681A8-EEE2-56F4-9B39-ECCBEE0471AC}" dt="2026-01-16T22:31:20.617" v="5963" actId="5793"/>
        <pc:sldMkLst>
          <pc:docMk/>
          <pc:sldMk cId="2172232019" sldId="288"/>
        </pc:sldMkLst>
        <pc:spChg chg="mod">
          <ac:chgData name="Toby Donaldson" userId="2e6e5431-bb17-4c41-9985-d39c50d83c73" providerId="ADAL" clId="{7F9681A8-EEE2-56F4-9B39-ECCBEE0471AC}" dt="2026-01-16T22:26:40.398" v="4937" actId="20577"/>
          <ac:spMkLst>
            <pc:docMk/>
            <pc:sldMk cId="2172232019" sldId="288"/>
            <ac:spMk id="2" creationId="{B7E5E1DE-BDF1-9BCF-4C1F-5E5A8F68E280}"/>
          </ac:spMkLst>
        </pc:spChg>
        <pc:spChg chg="mod">
          <ac:chgData name="Toby Donaldson" userId="2e6e5431-bb17-4c41-9985-d39c50d83c73" providerId="ADAL" clId="{7F9681A8-EEE2-56F4-9B39-ECCBEE0471AC}" dt="2026-01-16T22:31:20.617" v="5963" actId="5793"/>
          <ac:spMkLst>
            <pc:docMk/>
            <pc:sldMk cId="2172232019" sldId="288"/>
            <ac:spMk id="3" creationId="{C56C8DA4-E4B5-5F54-509D-E372D6FDEDAE}"/>
          </ac:spMkLst>
        </pc:spChg>
      </pc:sldChg>
      <pc:sldChg chg="add">
        <pc:chgData name="Toby Donaldson" userId="2e6e5431-bb17-4c41-9985-d39c50d83c73" providerId="ADAL" clId="{7F9681A8-EEE2-56F4-9B39-ECCBEE0471AC}" dt="2026-01-16T22:36:33.782" v="6052" actId="2890"/>
        <pc:sldMkLst>
          <pc:docMk/>
          <pc:sldMk cId="3597263857" sldId="289"/>
        </pc:sldMkLst>
      </pc:sldChg>
      <pc:sldChg chg="addSp delSp modSp add mod">
        <pc:chgData name="Toby Donaldson" userId="2e6e5431-bb17-4c41-9985-d39c50d83c73" providerId="ADAL" clId="{7F9681A8-EEE2-56F4-9B39-ECCBEE0471AC}" dt="2026-01-16T23:45:21.960" v="6349"/>
        <pc:sldMkLst>
          <pc:docMk/>
          <pc:sldMk cId="1544016529" sldId="290"/>
        </pc:sldMkLst>
        <pc:spChg chg="mod">
          <ac:chgData name="Toby Donaldson" userId="2e6e5431-bb17-4c41-9985-d39c50d83c73" providerId="ADAL" clId="{7F9681A8-EEE2-56F4-9B39-ECCBEE0471AC}" dt="2026-01-16T22:48:37.815" v="6277" actId="1076"/>
          <ac:spMkLst>
            <pc:docMk/>
            <pc:sldMk cId="1544016529" sldId="290"/>
            <ac:spMk id="3" creationId="{684C6CE2-C730-5C34-FB54-137C5A271517}"/>
          </ac:spMkLst>
        </pc:spChg>
        <pc:spChg chg="add mod">
          <ac:chgData name="Toby Donaldson" userId="2e6e5431-bb17-4c41-9985-d39c50d83c73" providerId="ADAL" clId="{7F9681A8-EEE2-56F4-9B39-ECCBEE0471AC}" dt="2026-01-16T22:48:30.215" v="6276" actId="14100"/>
          <ac:spMkLst>
            <pc:docMk/>
            <pc:sldMk cId="1544016529" sldId="290"/>
            <ac:spMk id="5" creationId="{144CDFE4-636A-402D-19B5-A53D8D5414A5}"/>
          </ac:spMkLst>
        </pc:spChg>
        <pc:spChg chg="mod">
          <ac:chgData name="Toby Donaldson" userId="2e6e5431-bb17-4c41-9985-d39c50d83c73" providerId="ADAL" clId="{7F9681A8-EEE2-56F4-9B39-ECCBEE0471AC}" dt="2026-01-16T23:43:46.916" v="6326"/>
          <ac:spMkLst>
            <pc:docMk/>
            <pc:sldMk cId="1544016529" sldId="290"/>
            <ac:spMk id="28" creationId="{7EC8583F-40A3-2D28-9D06-211AB65D973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6T23:52:30.683" v="6566" actId="1076"/>
        <pc:sldMkLst>
          <pc:docMk/>
          <pc:sldMk cId="292820655" sldId="291"/>
        </pc:sldMkLst>
        <pc:spChg chg="mod">
          <ac:chgData name="Toby Donaldson" userId="2e6e5431-bb17-4c41-9985-d39c50d83c73" providerId="ADAL" clId="{7F9681A8-EEE2-56F4-9B39-ECCBEE0471AC}" dt="2026-01-16T23:44:44.566" v="6345" actId="14100"/>
          <ac:spMkLst>
            <pc:docMk/>
            <pc:sldMk cId="292820655" sldId="291"/>
            <ac:spMk id="2" creationId="{7F0A5CE4-5427-CFC3-6003-C0C8AE53B29A}"/>
          </ac:spMkLst>
        </pc:spChg>
        <pc:spChg chg="add mod">
          <ac:chgData name="Toby Donaldson" userId="2e6e5431-bb17-4c41-9985-d39c50d83c73" providerId="ADAL" clId="{7F9681A8-EEE2-56F4-9B39-ECCBEE0471AC}" dt="2026-01-16T23:45:53.881" v="6384" actId="1076"/>
          <ac:spMkLst>
            <pc:docMk/>
            <pc:sldMk cId="292820655" sldId="291"/>
            <ac:spMk id="3" creationId="{B2DB562D-3016-649F-C3DF-4E99A80F8517}"/>
          </ac:spMkLst>
        </pc:spChg>
        <pc:spChg chg="add mod">
          <ac:chgData name="Toby Donaldson" userId="2e6e5431-bb17-4c41-9985-d39c50d83c73" providerId="ADAL" clId="{7F9681A8-EEE2-56F4-9B39-ECCBEE0471AC}" dt="2026-01-16T23:50:21.465" v="6527" actId="1076"/>
          <ac:spMkLst>
            <pc:docMk/>
            <pc:sldMk cId="292820655" sldId="291"/>
            <ac:spMk id="4" creationId="{4420FAF8-C451-014B-FD22-CA976F160B9E}"/>
          </ac:spMkLst>
        </pc:spChg>
        <pc:spChg chg="mod">
          <ac:chgData name="Toby Donaldson" userId="2e6e5431-bb17-4c41-9985-d39c50d83c73" providerId="ADAL" clId="{7F9681A8-EEE2-56F4-9B39-ECCBEE0471AC}" dt="2026-01-16T23:47:42.594" v="6499"/>
          <ac:spMkLst>
            <pc:docMk/>
            <pc:sldMk cId="292820655" sldId="291"/>
            <ac:spMk id="8" creationId="{619718D4-A6F0-CFD3-D2F1-A4344C0106E0}"/>
          </ac:spMkLst>
        </pc:spChg>
        <pc:spChg chg="mod">
          <ac:chgData name="Toby Donaldson" userId="2e6e5431-bb17-4c41-9985-d39c50d83c73" providerId="ADAL" clId="{7F9681A8-EEE2-56F4-9B39-ECCBEE0471AC}" dt="2026-01-16T23:49:14.371" v="6520" actId="207"/>
          <ac:spMkLst>
            <pc:docMk/>
            <pc:sldMk cId="292820655" sldId="291"/>
            <ac:spMk id="9" creationId="{F70D8946-E123-FB7C-CBA4-23333C2DD5E2}"/>
          </ac:spMkLst>
        </pc:spChg>
        <pc:spChg chg="mod">
          <ac:chgData name="Toby Donaldson" userId="2e6e5431-bb17-4c41-9985-d39c50d83c73" providerId="ADAL" clId="{7F9681A8-EEE2-56F4-9B39-ECCBEE0471AC}" dt="2026-01-16T23:47:57.632" v="6505" actId="20577"/>
          <ac:spMkLst>
            <pc:docMk/>
            <pc:sldMk cId="292820655" sldId="291"/>
            <ac:spMk id="10" creationId="{B8E8AAF9-CDAF-C04D-2DD2-4AD6663EE12E}"/>
          </ac:spMkLst>
        </pc:spChg>
        <pc:spChg chg="add mod">
          <ac:chgData name="Toby Donaldson" userId="2e6e5431-bb17-4c41-9985-d39c50d83c73" providerId="ADAL" clId="{7F9681A8-EEE2-56F4-9B39-ECCBEE0471AC}" dt="2026-01-16T23:48:11.119" v="6508" actId="1076"/>
          <ac:spMkLst>
            <pc:docMk/>
            <pc:sldMk cId="292820655" sldId="291"/>
            <ac:spMk id="11" creationId="{EF92C321-9529-A6FC-0BBB-B3F9C5C445D1}"/>
          </ac:spMkLst>
        </pc:spChg>
        <pc:spChg chg="mod">
          <ac:chgData name="Toby Donaldson" userId="2e6e5431-bb17-4c41-9985-d39c50d83c73" providerId="ADAL" clId="{7F9681A8-EEE2-56F4-9B39-ECCBEE0471AC}" dt="2026-01-16T23:50:04.300" v="6526" actId="20577"/>
          <ac:spMkLst>
            <pc:docMk/>
            <pc:sldMk cId="292820655" sldId="291"/>
            <ac:spMk id="12" creationId="{F865CAF1-E4D1-D239-0D9A-F57E7ED30244}"/>
          </ac:spMkLst>
        </pc:spChg>
        <pc:spChg chg="add mod">
          <ac:chgData name="Toby Donaldson" userId="2e6e5431-bb17-4c41-9985-d39c50d83c73" providerId="ADAL" clId="{7F9681A8-EEE2-56F4-9B39-ECCBEE0471AC}" dt="2026-01-16T23:52:30.683" v="6566" actId="1076"/>
          <ac:spMkLst>
            <pc:docMk/>
            <pc:sldMk cId="292820655" sldId="291"/>
            <ac:spMk id="14" creationId="{D799BCCD-FD02-AEA6-B051-046F0588949D}"/>
          </ac:spMkLst>
        </pc:spChg>
        <pc:spChg chg="add mod">
          <ac:chgData name="Toby Donaldson" userId="2e6e5431-bb17-4c41-9985-d39c50d83c73" providerId="ADAL" clId="{7F9681A8-EEE2-56F4-9B39-ECCBEE0471AC}" dt="2026-01-16T23:50:49.603" v="6561" actId="2711"/>
          <ac:spMkLst>
            <pc:docMk/>
            <pc:sldMk cId="292820655" sldId="291"/>
            <ac:spMk id="15" creationId="{FFDAFCFD-61EC-CC3E-F01C-C21A5E56A0A1}"/>
          </ac:spMkLst>
        </pc:spChg>
        <pc:spChg chg="mod">
          <ac:chgData name="Toby Donaldson" userId="2e6e5431-bb17-4c41-9985-d39c50d83c73" providerId="ADAL" clId="{7F9681A8-EEE2-56F4-9B39-ECCBEE0471AC}" dt="2026-01-16T23:44:56.166" v="6348" actId="1076"/>
          <ac:spMkLst>
            <pc:docMk/>
            <pc:sldMk cId="292820655" sldId="291"/>
            <ac:spMk id="25" creationId="{B5600289-6182-A217-55E6-8DCA6935533C}"/>
          </ac:spMkLst>
        </pc:spChg>
        <pc:spChg chg="mod">
          <ac:chgData name="Toby Donaldson" userId="2e6e5431-bb17-4c41-9985-d39c50d83c73" providerId="ADAL" clId="{7F9681A8-EEE2-56F4-9B39-ECCBEE0471AC}" dt="2026-01-16T23:43:36.681" v="6324" actId="313"/>
          <ac:spMkLst>
            <pc:docMk/>
            <pc:sldMk cId="292820655" sldId="291"/>
            <ac:spMk id="28" creationId="{8450CA6B-230C-96C8-6A97-764F26274E3A}"/>
          </ac:spMkLst>
        </pc:spChg>
        <pc:spChg chg="mod">
          <ac:chgData name="Toby Donaldson" userId="2e6e5431-bb17-4c41-9985-d39c50d83c73" providerId="ADAL" clId="{7F9681A8-EEE2-56F4-9B39-ECCBEE0471AC}" dt="2026-01-16T23:48:05.148" v="6506" actId="1076"/>
          <ac:spMkLst>
            <pc:docMk/>
            <pc:sldMk cId="292820655" sldId="291"/>
            <ac:spMk id="51" creationId="{A33881D9-4E17-319F-2AFD-949C1A0C96E8}"/>
          </ac:spMkLst>
        </pc:spChg>
        <pc:grpChg chg="add mod">
          <ac:chgData name="Toby Donaldson" userId="2e6e5431-bb17-4c41-9985-d39c50d83c73" providerId="ADAL" clId="{7F9681A8-EEE2-56F4-9B39-ECCBEE0471AC}" dt="2026-01-16T23:48:33.167" v="6515" actId="14100"/>
          <ac:grpSpMkLst>
            <pc:docMk/>
            <pc:sldMk cId="292820655" sldId="291"/>
            <ac:grpSpMk id="7" creationId="{4433C7C0-67E1-8850-AA35-FA7984B6C33C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0" creationId="{3C8D610B-B989-3A3A-0B1C-A7C8255EFB07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1" creationId="{AAE01661-2116-D1FD-4AE9-6E7C1977463E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5" creationId="{DBB52EEF-F622-9E08-BB5C-D80F23B8D7CD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39" creationId="{CC665EEF-E29E-8F42-8A85-7C17B22F5F8F}"/>
          </ac:grpSpMkLst>
        </pc:grpChg>
        <pc:grpChg chg="mod">
          <ac:chgData name="Toby Donaldson" userId="2e6e5431-bb17-4c41-9985-d39c50d83c73" providerId="ADAL" clId="{7F9681A8-EEE2-56F4-9B39-ECCBEE0471AC}" dt="2026-01-16T23:47:37.835" v="6498" actId="1076"/>
          <ac:grpSpMkLst>
            <pc:docMk/>
            <pc:sldMk cId="292820655" sldId="291"/>
            <ac:grpSpMk id="43" creationId="{E1958AB4-D5DD-C1D4-3CF3-1F56396CBD26}"/>
          </ac:grpSpMkLst>
        </pc:grpChg>
        <pc:grpChg chg="mod">
          <ac:chgData name="Toby Donaldson" userId="2e6e5431-bb17-4c41-9985-d39c50d83c73" providerId="ADAL" clId="{7F9681A8-EEE2-56F4-9B39-ECCBEE0471AC}" dt="2026-01-16T23:44:56.166" v="6348" actId="1076"/>
          <ac:grpSpMkLst>
            <pc:docMk/>
            <pc:sldMk cId="292820655" sldId="291"/>
            <ac:grpSpMk id="47" creationId="{3ACF2008-1D15-CBE6-971A-90EA90BD6BCA}"/>
          </ac:grpSpMkLst>
        </pc:grpChg>
      </pc:sldChg>
      <pc:sldChg chg="addSp delSp modSp add del mod">
        <pc:chgData name="Toby Donaldson" userId="2e6e5431-bb17-4c41-9985-d39c50d83c73" providerId="ADAL" clId="{7F9681A8-EEE2-56F4-9B39-ECCBEE0471AC}" dt="2026-01-16T23:55:56.607" v="6707" actId="2696"/>
        <pc:sldMkLst>
          <pc:docMk/>
          <pc:sldMk cId="1504340182" sldId="292"/>
        </pc:sldMkLst>
        <pc:spChg chg="add mod">
          <ac:chgData name="Toby Donaldson" userId="2e6e5431-bb17-4c41-9985-d39c50d83c73" providerId="ADAL" clId="{7F9681A8-EEE2-56F4-9B39-ECCBEE0471AC}" dt="2026-01-16T23:53:18.008" v="6570"/>
          <ac:spMkLst>
            <pc:docMk/>
            <pc:sldMk cId="1504340182" sldId="292"/>
            <ac:spMk id="6" creationId="{A6C0F8FE-7083-1135-ABDD-7F19D6FA47EE}"/>
          </ac:spMkLst>
        </pc:spChg>
        <pc:spChg chg="mod">
          <ac:chgData name="Toby Donaldson" userId="2e6e5431-bb17-4c41-9985-d39c50d83c73" providerId="ADAL" clId="{7F9681A8-EEE2-56F4-9B39-ECCBEE0471AC}" dt="2026-01-16T23:55:04.764" v="6576" actId="20577"/>
          <ac:spMkLst>
            <pc:docMk/>
            <pc:sldMk cId="1504340182" sldId="292"/>
            <ac:spMk id="10" creationId="{EB318751-8D89-A631-1C34-4BA52A3399F9}"/>
          </ac:spMkLst>
        </pc:spChg>
        <pc:spChg chg="mod">
          <ac:chgData name="Toby Donaldson" userId="2e6e5431-bb17-4c41-9985-d39c50d83c73" providerId="ADAL" clId="{7F9681A8-EEE2-56F4-9B39-ECCBEE0471AC}" dt="2026-01-16T23:51:19.683" v="6565" actId="692"/>
          <ac:spMkLst>
            <pc:docMk/>
            <pc:sldMk cId="1504340182" sldId="292"/>
            <ac:spMk id="13" creationId="{B668001F-AB82-C053-007D-476C67C87A37}"/>
          </ac:spMkLst>
        </pc:spChg>
        <pc:spChg chg="mod">
          <ac:chgData name="Toby Donaldson" userId="2e6e5431-bb17-4c41-9985-d39c50d83c73" providerId="ADAL" clId="{7F9681A8-EEE2-56F4-9B39-ECCBEE0471AC}" dt="2026-01-16T23:55:51.039" v="6705" actId="1076"/>
          <ac:spMkLst>
            <pc:docMk/>
            <pc:sldMk cId="1504340182" sldId="292"/>
            <ac:spMk id="15" creationId="{266EA3EC-F2FF-D224-28B3-3BD06EE18448}"/>
          </ac:spMkLst>
        </pc:spChg>
        <pc:spChg chg="mod">
          <ac:chgData name="Toby Donaldson" userId="2e6e5431-bb17-4c41-9985-d39c50d83c73" providerId="ADAL" clId="{7F9681A8-EEE2-56F4-9B39-ECCBEE0471AC}" dt="2026-01-16T23:55:01.453" v="6573" actId="20577"/>
          <ac:spMkLst>
            <pc:docMk/>
            <pc:sldMk cId="1504340182" sldId="292"/>
            <ac:spMk id="29" creationId="{27366F42-23C2-D1B1-41DD-A431FA74E808}"/>
          </ac:spMkLst>
        </pc:spChg>
        <pc:spChg chg="mod">
          <ac:chgData name="Toby Donaldson" userId="2e6e5431-bb17-4c41-9985-d39c50d83c73" providerId="ADAL" clId="{7F9681A8-EEE2-56F4-9B39-ECCBEE0471AC}" dt="2026-01-16T23:55:00.299" v="6572" actId="20577"/>
          <ac:spMkLst>
            <pc:docMk/>
            <pc:sldMk cId="1504340182" sldId="292"/>
            <ac:spMk id="34" creationId="{91279CC3-050E-DCFB-76C0-1C72C3123F9D}"/>
          </ac:spMkLst>
        </pc:spChg>
        <pc:spChg chg="mod">
          <ac:chgData name="Toby Donaldson" userId="2e6e5431-bb17-4c41-9985-d39c50d83c73" providerId="ADAL" clId="{7F9681A8-EEE2-56F4-9B39-ECCBEE0471AC}" dt="2026-01-16T23:55:03.530" v="6575" actId="20577"/>
          <ac:spMkLst>
            <pc:docMk/>
            <pc:sldMk cId="1504340182" sldId="292"/>
            <ac:spMk id="38" creationId="{D74FB770-D500-378C-D62D-E640458A6A6B}"/>
          </ac:spMkLst>
        </pc:spChg>
        <pc:spChg chg="mod">
          <ac:chgData name="Toby Donaldson" userId="2e6e5431-bb17-4c41-9985-d39c50d83c73" providerId="ADAL" clId="{7F9681A8-EEE2-56F4-9B39-ECCBEE0471AC}" dt="2026-01-16T23:55:02.570" v="6574" actId="20577"/>
          <ac:spMkLst>
            <pc:docMk/>
            <pc:sldMk cId="1504340182" sldId="292"/>
            <ac:spMk id="42" creationId="{F973ABAD-F1AF-C23B-4A13-EB960CF81898}"/>
          </ac:spMkLst>
        </pc:spChg>
        <pc:spChg chg="mod">
          <ac:chgData name="Toby Donaldson" userId="2e6e5431-bb17-4c41-9985-d39c50d83c73" providerId="ADAL" clId="{7F9681A8-EEE2-56F4-9B39-ECCBEE0471AC}" dt="2026-01-16T23:55:05.976" v="6577" actId="20577"/>
          <ac:spMkLst>
            <pc:docMk/>
            <pc:sldMk cId="1504340182" sldId="292"/>
            <ac:spMk id="46" creationId="{47354D9E-BC9B-1C9F-F671-53FB2A66340D}"/>
          </ac:spMkLst>
        </pc:spChg>
        <pc:spChg chg="mod">
          <ac:chgData name="Toby Donaldson" userId="2e6e5431-bb17-4c41-9985-d39c50d83c73" providerId="ADAL" clId="{7F9681A8-EEE2-56F4-9B39-ECCBEE0471AC}" dt="2026-01-16T23:54:59.165" v="6571" actId="20577"/>
          <ac:spMkLst>
            <pc:docMk/>
            <pc:sldMk cId="1504340182" sldId="292"/>
            <ac:spMk id="50" creationId="{C22DD1C2-5F82-E7A0-F39A-4F81DBF78FDB}"/>
          </ac:spMkLst>
        </pc:spChg>
      </pc:sldChg>
      <pc:sldChg chg="addSp modSp add mod">
        <pc:chgData name="Toby Donaldson" userId="2e6e5431-bb17-4c41-9985-d39c50d83c73" providerId="ADAL" clId="{7F9681A8-EEE2-56F4-9B39-ECCBEE0471AC}" dt="2026-01-16T23:56:56.964" v="6816" actId="20577"/>
        <pc:sldMkLst>
          <pc:docMk/>
          <pc:sldMk cId="3568791978" sldId="293"/>
        </pc:sldMkLst>
        <pc:spChg chg="add mod">
          <ac:chgData name="Toby Donaldson" userId="2e6e5431-bb17-4c41-9985-d39c50d83c73" providerId="ADAL" clId="{7F9681A8-EEE2-56F4-9B39-ECCBEE0471AC}" dt="2026-01-16T23:56:52.174" v="6815" actId="2711"/>
          <ac:spMkLst>
            <pc:docMk/>
            <pc:sldMk cId="3568791978" sldId="293"/>
            <ac:spMk id="4" creationId="{081E3632-D0B3-174B-86CE-71B590234DFA}"/>
          </ac:spMkLst>
        </pc:spChg>
        <pc:spChg chg="mod">
          <ac:chgData name="Toby Donaldson" userId="2e6e5431-bb17-4c41-9985-d39c50d83c73" providerId="ADAL" clId="{7F9681A8-EEE2-56F4-9B39-ECCBEE0471AC}" dt="2026-01-16T23:56:56.964" v="6816" actId="20577"/>
          <ac:spMkLst>
            <pc:docMk/>
            <pc:sldMk cId="3568791978" sldId="293"/>
            <ac:spMk id="9" creationId="{0B0B06FF-13CE-D593-D4BC-D5A3A8D58E8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6T23:58:00.804" v="6885" actId="21"/>
        <pc:sldMkLst>
          <pc:docMk/>
          <pc:sldMk cId="3912922801" sldId="294"/>
        </pc:sldMkLst>
        <pc:spChg chg="mod">
          <ac:chgData name="Toby Donaldson" userId="2e6e5431-bb17-4c41-9985-d39c50d83c73" providerId="ADAL" clId="{7F9681A8-EEE2-56F4-9B39-ECCBEE0471AC}" dt="2026-01-16T23:57:40.418" v="6875" actId="1076"/>
          <ac:spMkLst>
            <pc:docMk/>
            <pc:sldMk cId="3912922801" sldId="294"/>
            <ac:spMk id="15" creationId="{B41A60EE-EA9C-6D33-2022-10A5589566BD}"/>
          </ac:spMkLst>
        </pc:spChg>
        <pc:grpChg chg="add del">
          <ac:chgData name="Toby Donaldson" userId="2e6e5431-bb17-4c41-9985-d39c50d83c73" providerId="ADAL" clId="{7F9681A8-EEE2-56F4-9B39-ECCBEE0471AC}" dt="2026-01-16T23:57:52.895" v="6881" actId="21"/>
          <ac:grpSpMkLst>
            <pc:docMk/>
            <pc:sldMk cId="3912922801" sldId="294"/>
            <ac:grpSpMk id="7" creationId="{42D368BD-2415-61D4-A52F-75F5D0CA06AE}"/>
          </ac:grpSpMkLst>
        </pc:grpChg>
      </pc:sldChg>
      <pc:sldChg chg="delSp modSp add mod">
        <pc:chgData name="Toby Donaldson" userId="2e6e5431-bb17-4c41-9985-d39c50d83c73" providerId="ADAL" clId="{7F9681A8-EEE2-56F4-9B39-ECCBEE0471AC}" dt="2026-01-16T23:59:01.368" v="7004" actId="1076"/>
        <pc:sldMkLst>
          <pc:docMk/>
          <pc:sldMk cId="2165368267" sldId="295"/>
        </pc:sldMkLst>
        <pc:spChg chg="mod">
          <ac:chgData name="Toby Donaldson" userId="2e6e5431-bb17-4c41-9985-d39c50d83c73" providerId="ADAL" clId="{7F9681A8-EEE2-56F4-9B39-ECCBEE0471AC}" dt="2026-01-16T23:59:01.368" v="7004" actId="1076"/>
          <ac:spMkLst>
            <pc:docMk/>
            <pc:sldMk cId="2165368267" sldId="295"/>
            <ac:spMk id="12" creationId="{12F3AEE2-D761-930B-ADB6-F3F0314C6C67}"/>
          </ac:spMkLst>
        </pc:spChg>
        <pc:spChg chg="mod">
          <ac:chgData name="Toby Donaldson" userId="2e6e5431-bb17-4c41-9985-d39c50d83c73" providerId="ADAL" clId="{7F9681A8-EEE2-56F4-9B39-ECCBEE0471AC}" dt="2026-01-16T23:58:53.057" v="7002" actId="2711"/>
          <ac:spMkLst>
            <pc:docMk/>
            <pc:sldMk cId="2165368267" sldId="295"/>
            <ac:spMk id="15" creationId="{ED321FE9-F01C-88C7-F084-4FC955E83784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0:00:18.130" v="7056" actId="692"/>
        <pc:sldMkLst>
          <pc:docMk/>
          <pc:sldMk cId="797700995" sldId="296"/>
        </pc:sldMkLst>
        <pc:spChg chg="mod">
          <ac:chgData name="Toby Donaldson" userId="2e6e5431-bb17-4c41-9985-d39c50d83c73" providerId="ADAL" clId="{7F9681A8-EEE2-56F4-9B39-ECCBEE0471AC}" dt="2026-01-16T23:59:54.124" v="7054" actId="1076"/>
          <ac:spMkLst>
            <pc:docMk/>
            <pc:sldMk cId="797700995" sldId="296"/>
            <ac:spMk id="6" creationId="{E55DBF1A-050C-092E-5082-AE1202401398}"/>
          </ac:spMkLst>
        </pc:spChg>
        <pc:spChg chg="mod">
          <ac:chgData name="Toby Donaldson" userId="2e6e5431-bb17-4c41-9985-d39c50d83c73" providerId="ADAL" clId="{7F9681A8-EEE2-56F4-9B39-ECCBEE0471AC}" dt="2026-01-16T23:59:46.875" v="7052" actId="1076"/>
          <ac:spMkLst>
            <pc:docMk/>
            <pc:sldMk cId="797700995" sldId="296"/>
            <ac:spMk id="12" creationId="{FE4A9682-BE76-7587-9B05-EA41C2B6C827}"/>
          </ac:spMkLst>
        </pc:spChg>
        <pc:spChg chg="mod">
          <ac:chgData name="Toby Donaldson" userId="2e6e5431-bb17-4c41-9985-d39c50d83c73" providerId="ADAL" clId="{7F9681A8-EEE2-56F4-9B39-ECCBEE0471AC}" dt="2026-01-16T23:59:41.286" v="7051" actId="14100"/>
          <ac:spMkLst>
            <pc:docMk/>
            <pc:sldMk cId="797700995" sldId="296"/>
            <ac:spMk id="15" creationId="{9132E3DE-5568-7BBC-841A-F6BF357FA70E}"/>
          </ac:spMkLst>
        </pc:spChg>
        <pc:cxnChg chg="add mod">
          <ac:chgData name="Toby Donaldson" userId="2e6e5431-bb17-4c41-9985-d39c50d83c73" providerId="ADAL" clId="{7F9681A8-EEE2-56F4-9B39-ECCBEE0471AC}" dt="2026-01-17T00:00:18.130" v="7056" actId="692"/>
          <ac:cxnSpMkLst>
            <pc:docMk/>
            <pc:sldMk cId="797700995" sldId="296"/>
            <ac:cxnSpMk id="5" creationId="{39FB76CD-2EB1-4BA6-2633-0B57E7A8E34B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7T00:03:43.798" v="7205"/>
        <pc:sldMkLst>
          <pc:docMk/>
          <pc:sldMk cId="2043113132" sldId="297"/>
        </pc:sldMkLst>
        <pc:spChg chg="mod">
          <ac:chgData name="Toby Donaldson" userId="2e6e5431-bb17-4c41-9985-d39c50d83c73" providerId="ADAL" clId="{7F9681A8-EEE2-56F4-9B39-ECCBEE0471AC}" dt="2026-01-17T00:01:03.335" v="7140" actId="1076"/>
          <ac:spMkLst>
            <pc:docMk/>
            <pc:sldMk cId="2043113132" sldId="297"/>
            <ac:spMk id="15" creationId="{911165D6-D176-A0EB-CEC8-7C8575231B56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0:05:56.120" v="7317" actId="207"/>
        <pc:sldMkLst>
          <pc:docMk/>
          <pc:sldMk cId="3885555930" sldId="298"/>
        </pc:sldMkLst>
        <pc:spChg chg="mod">
          <ac:chgData name="Toby Donaldson" userId="2e6e5431-bb17-4c41-9985-d39c50d83c73" providerId="ADAL" clId="{7F9681A8-EEE2-56F4-9B39-ECCBEE0471AC}" dt="2026-01-17T00:02:29.817" v="7197" actId="207"/>
          <ac:spMkLst>
            <pc:docMk/>
            <pc:sldMk cId="3885555930" sldId="298"/>
            <ac:spMk id="3" creationId="{65644DBE-5EB4-1C29-FB35-18E930FBA35B}"/>
          </ac:spMkLst>
        </pc:spChg>
        <pc:spChg chg="mod">
          <ac:chgData name="Toby Donaldson" userId="2e6e5431-bb17-4c41-9985-d39c50d83c73" providerId="ADAL" clId="{7F9681A8-EEE2-56F4-9B39-ECCBEE0471AC}" dt="2026-01-17T00:03:46.717" v="7206"/>
          <ac:spMkLst>
            <pc:docMk/>
            <pc:sldMk cId="3885555930" sldId="298"/>
            <ac:spMk id="8" creationId="{6C83AFB7-5C97-B2AB-F477-E77D704CFF42}"/>
          </ac:spMkLst>
        </pc:spChg>
        <pc:spChg chg="mod">
          <ac:chgData name="Toby Donaldson" userId="2e6e5431-bb17-4c41-9985-d39c50d83c73" providerId="ADAL" clId="{7F9681A8-EEE2-56F4-9B39-ECCBEE0471AC}" dt="2026-01-17T00:04:11.552" v="7210" actId="207"/>
          <ac:spMkLst>
            <pc:docMk/>
            <pc:sldMk cId="3885555930" sldId="298"/>
            <ac:spMk id="9" creationId="{87D1B816-E1AF-0340-8D10-75A0F120981F}"/>
          </ac:spMkLst>
        </pc:spChg>
        <pc:spChg chg="mod">
          <ac:chgData name="Toby Donaldson" userId="2e6e5431-bb17-4c41-9985-d39c50d83c73" providerId="ADAL" clId="{7F9681A8-EEE2-56F4-9B39-ECCBEE0471AC}" dt="2026-01-17T00:03:46.717" v="7206"/>
          <ac:spMkLst>
            <pc:docMk/>
            <pc:sldMk cId="3885555930" sldId="298"/>
            <ac:spMk id="10" creationId="{3D628ED1-5A63-E578-66AE-DCD5698BF390}"/>
          </ac:spMkLst>
        </pc:spChg>
        <pc:spChg chg="add mod">
          <ac:chgData name="Toby Donaldson" userId="2e6e5431-bb17-4c41-9985-d39c50d83c73" providerId="ADAL" clId="{7F9681A8-EEE2-56F4-9B39-ECCBEE0471AC}" dt="2026-01-17T00:04:15.820" v="7211" actId="207"/>
          <ac:spMkLst>
            <pc:docMk/>
            <pc:sldMk cId="3885555930" sldId="298"/>
            <ac:spMk id="11" creationId="{225F8083-CC34-EAD3-4EEC-EEED8ACF59C0}"/>
          </ac:spMkLst>
        </pc:spChg>
        <pc:spChg chg="mod">
          <ac:chgData name="Toby Donaldson" userId="2e6e5431-bb17-4c41-9985-d39c50d83c73" providerId="ADAL" clId="{7F9681A8-EEE2-56F4-9B39-ECCBEE0471AC}" dt="2026-01-17T00:03:05.703" v="7202" actId="207"/>
          <ac:spMkLst>
            <pc:docMk/>
            <pc:sldMk cId="3885555930" sldId="298"/>
            <ac:spMk id="12" creationId="{0EFF0428-70D4-4FAF-89DD-B3139C845621}"/>
          </ac:spMkLst>
        </pc:spChg>
        <pc:spChg chg="mod">
          <ac:chgData name="Toby Donaldson" userId="2e6e5431-bb17-4c41-9985-d39c50d83c73" providerId="ADAL" clId="{7F9681A8-EEE2-56F4-9B39-ECCBEE0471AC}" dt="2026-01-17T00:05:27.117" v="7310" actId="14100"/>
          <ac:spMkLst>
            <pc:docMk/>
            <pc:sldMk cId="3885555930" sldId="298"/>
            <ac:spMk id="15" creationId="{0DAD3FBC-CC1B-E405-9C96-4523401A4EBC}"/>
          </ac:spMkLst>
        </pc:spChg>
        <pc:spChg chg="add mod">
          <ac:chgData name="Toby Donaldson" userId="2e6e5431-bb17-4c41-9985-d39c50d83c73" providerId="ADAL" clId="{7F9681A8-EEE2-56F4-9B39-ECCBEE0471AC}" dt="2026-01-17T00:05:56.120" v="7317" actId="207"/>
          <ac:spMkLst>
            <pc:docMk/>
            <pc:sldMk cId="3885555930" sldId="298"/>
            <ac:spMk id="18" creationId="{704013F0-40CE-C897-17FC-3258CE65755F}"/>
          </ac:spMkLst>
        </pc:spChg>
        <pc:grpChg chg="add mod">
          <ac:chgData name="Toby Donaldson" userId="2e6e5431-bb17-4c41-9985-d39c50d83c73" providerId="ADAL" clId="{7F9681A8-EEE2-56F4-9B39-ECCBEE0471AC}" dt="2026-01-17T00:03:46.717" v="7206"/>
          <ac:grpSpMkLst>
            <pc:docMk/>
            <pc:sldMk cId="3885555930" sldId="298"/>
            <ac:grpSpMk id="7" creationId="{F76CC3EE-61D3-4626-38B0-9021FE58A400}"/>
          </ac:grpSpMkLst>
        </pc:grpChg>
        <pc:cxnChg chg="mod">
          <ac:chgData name="Toby Donaldson" userId="2e6e5431-bb17-4c41-9985-d39c50d83c73" providerId="ADAL" clId="{7F9681A8-EEE2-56F4-9B39-ECCBEE0471AC}" dt="2026-01-17T00:03:39.406" v="7204" actId="21"/>
          <ac:cxnSpMkLst>
            <pc:docMk/>
            <pc:sldMk cId="3885555930" sldId="298"/>
            <ac:cxnSpMk id="5" creationId="{90440E35-E6A0-0AD7-AF45-F2F79A74166B}"/>
          </ac:cxnSpMkLst>
        </pc:cxnChg>
        <pc:cxnChg chg="add mod">
          <ac:chgData name="Toby Donaldson" userId="2e6e5431-bb17-4c41-9985-d39c50d83c73" providerId="ADAL" clId="{7F9681A8-EEE2-56F4-9B39-ECCBEE0471AC}" dt="2026-01-17T00:04:05.029" v="7209" actId="692"/>
          <ac:cxnSpMkLst>
            <pc:docMk/>
            <pc:sldMk cId="3885555930" sldId="298"/>
            <ac:cxnSpMk id="13" creationId="{919AD971-73E6-23AC-F3EA-09B65BE3A9DF}"/>
          </ac:cxnSpMkLst>
        </pc:cxnChg>
        <pc:cxnChg chg="add mod">
          <ac:chgData name="Toby Donaldson" userId="2e6e5431-bb17-4c41-9985-d39c50d83c73" providerId="ADAL" clId="{7F9681A8-EEE2-56F4-9B39-ECCBEE0471AC}" dt="2026-01-17T00:05:27.117" v="7310" actId="14100"/>
          <ac:cxnSpMkLst>
            <pc:docMk/>
            <pc:sldMk cId="3885555930" sldId="298"/>
            <ac:cxnSpMk id="16" creationId="{B71D99BF-FE08-31D1-37B7-5E322CD4B87A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7T00:11:15.337" v="7456" actId="20577"/>
        <pc:sldMkLst>
          <pc:docMk/>
          <pc:sldMk cId="564620686" sldId="299"/>
        </pc:sldMkLst>
        <pc:spChg chg="mod">
          <ac:chgData name="Toby Donaldson" userId="2e6e5431-bb17-4c41-9985-d39c50d83c73" providerId="ADAL" clId="{7F9681A8-EEE2-56F4-9B39-ECCBEE0471AC}" dt="2026-01-17T00:08:52.036" v="7450" actId="207"/>
          <ac:spMkLst>
            <pc:docMk/>
            <pc:sldMk cId="564620686" sldId="299"/>
            <ac:spMk id="3" creationId="{E7E8E535-8ADB-DC61-81EF-58840A9162FC}"/>
          </ac:spMkLst>
        </pc:spChg>
        <pc:spChg chg="mod">
          <ac:chgData name="Toby Donaldson" userId="2e6e5431-bb17-4c41-9985-d39c50d83c73" providerId="ADAL" clId="{7F9681A8-EEE2-56F4-9B39-ECCBEE0471AC}" dt="2026-01-17T00:09:11.170" v="7453" actId="20577"/>
          <ac:spMkLst>
            <pc:docMk/>
            <pc:sldMk cId="564620686" sldId="299"/>
            <ac:spMk id="9" creationId="{7D82ACA7-0DD0-8E17-EF2B-31AA13F87380}"/>
          </ac:spMkLst>
        </pc:spChg>
        <pc:spChg chg="mod">
          <ac:chgData name="Toby Donaldson" userId="2e6e5431-bb17-4c41-9985-d39c50d83c73" providerId="ADAL" clId="{7F9681A8-EEE2-56F4-9B39-ECCBEE0471AC}" dt="2026-01-17T00:11:15.337" v="7456" actId="20577"/>
          <ac:spMkLst>
            <pc:docMk/>
            <pc:sldMk cId="564620686" sldId="299"/>
            <ac:spMk id="15" creationId="{46F8AA1B-1BCD-7EF6-0AE6-8AE8060D44F4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7T00:23:10.971" v="8325" actId="27636"/>
        <pc:sldMkLst>
          <pc:docMk/>
          <pc:sldMk cId="2335496170" sldId="300"/>
        </pc:sldMkLst>
        <pc:spChg chg="mod">
          <ac:chgData name="Toby Donaldson" userId="2e6e5431-bb17-4c41-9985-d39c50d83c73" providerId="ADAL" clId="{7F9681A8-EEE2-56F4-9B39-ECCBEE0471AC}" dt="2026-01-17T00:13:44.033" v="7473" actId="20577"/>
          <ac:spMkLst>
            <pc:docMk/>
            <pc:sldMk cId="2335496170" sldId="300"/>
            <ac:spMk id="2" creationId="{2BA4252B-01AE-E151-A412-41B1764A3AD1}"/>
          </ac:spMkLst>
        </pc:spChg>
        <pc:spChg chg="mod">
          <ac:chgData name="Toby Donaldson" userId="2e6e5431-bb17-4c41-9985-d39c50d83c73" providerId="ADAL" clId="{7F9681A8-EEE2-56F4-9B39-ECCBEE0471AC}" dt="2026-01-17T00:23:10.971" v="8325" actId="27636"/>
          <ac:spMkLst>
            <pc:docMk/>
            <pc:sldMk cId="2335496170" sldId="300"/>
            <ac:spMk id="3" creationId="{E18A3F9C-E54B-5C5C-D2C3-4225338C6A62}"/>
          </ac:spMkLst>
        </pc:spChg>
        <pc:spChg chg="add mod">
          <ac:chgData name="Toby Donaldson" userId="2e6e5431-bb17-4c41-9985-d39c50d83c73" providerId="ADAL" clId="{7F9681A8-EEE2-56F4-9B39-ECCBEE0471AC}" dt="2026-01-17T00:21:26.457" v="8176" actId="1076"/>
          <ac:spMkLst>
            <pc:docMk/>
            <pc:sldMk cId="2335496170" sldId="300"/>
            <ac:spMk id="4" creationId="{9E0BB8A7-6B45-CEDD-7B4B-B1736161F6CA}"/>
          </ac:spMkLst>
        </pc:spChg>
      </pc:sldChg>
      <pc:sldChg chg="modSp add mod">
        <pc:chgData name="Toby Donaldson" userId="2e6e5431-bb17-4c41-9985-d39c50d83c73" providerId="ADAL" clId="{7F9681A8-EEE2-56F4-9B39-ECCBEE0471AC}" dt="2026-01-17T00:23:34.126" v="8327" actId="20577"/>
        <pc:sldMkLst>
          <pc:docMk/>
          <pc:sldMk cId="3719047719" sldId="301"/>
        </pc:sldMkLst>
        <pc:spChg chg="mod">
          <ac:chgData name="Toby Donaldson" userId="2e6e5431-bb17-4c41-9985-d39c50d83c73" providerId="ADAL" clId="{7F9681A8-EEE2-56F4-9B39-ECCBEE0471AC}" dt="2026-01-17T00:23:34.126" v="8327" actId="20577"/>
          <ac:spMkLst>
            <pc:docMk/>
            <pc:sldMk cId="3719047719" sldId="301"/>
            <ac:spMk id="3" creationId="{6AF1AD74-03FC-87F3-C6A5-BC051A2CA52E}"/>
          </ac:spMkLst>
        </pc:spChg>
        <pc:spChg chg="mod">
          <ac:chgData name="Toby Donaldson" userId="2e6e5431-bb17-4c41-9985-d39c50d83c73" providerId="ADAL" clId="{7F9681A8-EEE2-56F4-9B39-ECCBEE0471AC}" dt="2026-01-17T00:23:19.356" v="8326" actId="20577"/>
          <ac:spMkLst>
            <pc:docMk/>
            <pc:sldMk cId="3719047719" sldId="301"/>
            <ac:spMk id="5" creationId="{66107AF5-50F2-6B83-F0D0-99442B108D2A}"/>
          </ac:spMkLst>
        </pc:spChg>
      </pc:sldChg>
      <pc:sldChg chg="addSp modSp new mod">
        <pc:chgData name="Toby Donaldson" userId="2e6e5431-bb17-4c41-9985-d39c50d83c73" providerId="ADAL" clId="{7F9681A8-EEE2-56F4-9B39-ECCBEE0471AC}" dt="2026-01-17T00:43:38.911" v="9998" actId="20577"/>
        <pc:sldMkLst>
          <pc:docMk/>
          <pc:sldMk cId="2031637356" sldId="302"/>
        </pc:sldMkLst>
        <pc:spChg chg="mod">
          <ac:chgData name="Toby Donaldson" userId="2e6e5431-bb17-4c41-9985-d39c50d83c73" providerId="ADAL" clId="{7F9681A8-EEE2-56F4-9B39-ECCBEE0471AC}" dt="2026-01-17T00:43:38.911" v="9998" actId="20577"/>
          <ac:spMkLst>
            <pc:docMk/>
            <pc:sldMk cId="2031637356" sldId="302"/>
            <ac:spMk id="2" creationId="{5853DB91-661B-9DBD-B2E2-9944C2A062EA}"/>
          </ac:spMkLst>
        </pc:spChg>
        <pc:spChg chg="mod">
          <ac:chgData name="Toby Donaldson" userId="2e6e5431-bb17-4c41-9985-d39c50d83c73" providerId="ADAL" clId="{7F9681A8-EEE2-56F4-9B39-ECCBEE0471AC}" dt="2026-01-17T00:31:53.653" v="8966" actId="20577"/>
          <ac:spMkLst>
            <pc:docMk/>
            <pc:sldMk cId="2031637356" sldId="302"/>
            <ac:spMk id="3" creationId="{C794CC54-0CAC-CC9A-8CCD-D2A325CE18DB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4" creationId="{642FE65F-1A3A-92E8-A7F1-E2EF7B572916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5" creationId="{10ECFFD2-5C5F-0401-243F-5E06FF541BB0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6" creationId="{1802D5BC-81C5-B68B-1DB8-8F1025BE46A7}"/>
          </ac:spMkLst>
        </pc:spChg>
        <pc:spChg chg="add mod">
          <ac:chgData name="Toby Donaldson" userId="2e6e5431-bb17-4c41-9985-d39c50d83c73" providerId="ADAL" clId="{7F9681A8-EEE2-56F4-9B39-ECCBEE0471AC}" dt="2026-01-17T00:31:22.302" v="8942" actId="555"/>
          <ac:spMkLst>
            <pc:docMk/>
            <pc:sldMk cId="2031637356" sldId="302"/>
            <ac:spMk id="7" creationId="{775975F1-8146-5AFF-B30A-9E9C62B09E80}"/>
          </ac:spMkLst>
        </pc:spChg>
        <pc:spChg chg="add mod">
          <ac:chgData name="Toby Donaldson" userId="2e6e5431-bb17-4c41-9985-d39c50d83c73" providerId="ADAL" clId="{7F9681A8-EEE2-56F4-9B39-ECCBEE0471AC}" dt="2026-01-17T00:31:22.302" v="8942" actId="555"/>
          <ac:spMkLst>
            <pc:docMk/>
            <pc:sldMk cId="2031637356" sldId="302"/>
            <ac:spMk id="8" creationId="{7AC66015-9E54-D05D-F5D2-6E3292AEB600}"/>
          </ac:spMkLst>
        </pc:spChg>
        <pc:spChg chg="add mod">
          <ac:chgData name="Toby Donaldson" userId="2e6e5431-bb17-4c41-9985-d39c50d83c73" providerId="ADAL" clId="{7F9681A8-EEE2-56F4-9B39-ECCBEE0471AC}" dt="2026-01-17T00:31:22.302" v="8942" actId="555"/>
          <ac:spMkLst>
            <pc:docMk/>
            <pc:sldMk cId="2031637356" sldId="302"/>
            <ac:spMk id="9" creationId="{4727E603-97C3-DE7F-20EC-80C454D33597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10" creationId="{1C628B0F-D166-CDAF-D4AC-5FECCD380F89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11" creationId="{AE6C1263-D8FB-40C4-0207-322B5D734AD1}"/>
          </ac:spMkLst>
        </pc:spChg>
        <pc:spChg chg="add mod">
          <ac:chgData name="Toby Donaldson" userId="2e6e5431-bb17-4c41-9985-d39c50d83c73" providerId="ADAL" clId="{7F9681A8-EEE2-56F4-9B39-ECCBEE0471AC}" dt="2026-01-17T00:30:16.559" v="8917" actId="1076"/>
          <ac:spMkLst>
            <pc:docMk/>
            <pc:sldMk cId="2031637356" sldId="302"/>
            <ac:spMk id="12" creationId="{5BD4BAFB-D2A5-79D6-C47A-595B29098DD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0:43:41.965" v="9999" actId="20577"/>
        <pc:sldMkLst>
          <pc:docMk/>
          <pc:sldMk cId="1067702199" sldId="305"/>
        </pc:sldMkLst>
        <pc:spChg chg="mod">
          <ac:chgData name="Toby Donaldson" userId="2e6e5431-bb17-4c41-9985-d39c50d83c73" providerId="ADAL" clId="{7F9681A8-EEE2-56F4-9B39-ECCBEE0471AC}" dt="2026-01-17T00:43:41.965" v="9999" actId="20577"/>
          <ac:spMkLst>
            <pc:docMk/>
            <pc:sldMk cId="1067702199" sldId="305"/>
            <ac:spMk id="2" creationId="{E2D5D049-E9A9-081B-DFAD-6FB9A12D2959}"/>
          </ac:spMkLst>
        </pc:spChg>
        <pc:spChg chg="mod">
          <ac:chgData name="Toby Donaldson" userId="2e6e5431-bb17-4c41-9985-d39c50d83c73" providerId="ADAL" clId="{7F9681A8-EEE2-56F4-9B39-ECCBEE0471AC}" dt="2026-01-17T00:36:02.441" v="9399" actId="1076"/>
          <ac:spMkLst>
            <pc:docMk/>
            <pc:sldMk cId="1067702199" sldId="305"/>
            <ac:spMk id="3" creationId="{FF912EDC-5E21-7359-F5D1-37CE678BA303}"/>
          </ac:spMkLst>
        </pc:spChg>
        <pc:spChg chg="mod">
          <ac:chgData name="Toby Donaldson" userId="2e6e5431-bb17-4c41-9985-d39c50d83c73" providerId="ADAL" clId="{7F9681A8-EEE2-56F4-9B39-ECCBEE0471AC}" dt="2026-01-17T00:36:08.423" v="9401" actId="1076"/>
          <ac:spMkLst>
            <pc:docMk/>
            <pc:sldMk cId="1067702199" sldId="305"/>
            <ac:spMk id="15" creationId="{84DE72BA-836E-0D2A-CAF0-99FE14C62E0F}"/>
          </ac:spMkLst>
        </pc:spChg>
        <pc:cxnChg chg="mod">
          <ac:chgData name="Toby Donaldson" userId="2e6e5431-bb17-4c41-9985-d39c50d83c73" providerId="ADAL" clId="{7F9681A8-EEE2-56F4-9B39-ECCBEE0471AC}" dt="2026-01-17T00:36:02.441" v="9399" actId="1076"/>
          <ac:cxnSpMkLst>
            <pc:docMk/>
            <pc:sldMk cId="1067702199" sldId="305"/>
            <ac:cxnSpMk id="13" creationId="{C09631E7-47C9-BC6D-DAFD-EA1EE6AB7BBD}"/>
          </ac:cxnSpMkLst>
        </pc:cxnChg>
        <pc:cxnChg chg="mod">
          <ac:chgData name="Toby Donaldson" userId="2e6e5431-bb17-4c41-9985-d39c50d83c73" providerId="ADAL" clId="{7F9681A8-EEE2-56F4-9B39-ECCBEE0471AC}" dt="2026-01-17T00:36:08.423" v="9401" actId="1076"/>
          <ac:cxnSpMkLst>
            <pc:docMk/>
            <pc:sldMk cId="1067702199" sldId="305"/>
            <ac:cxnSpMk id="17" creationId="{DD4FA73C-F53F-F9AD-AF2D-7280374AC1C1}"/>
          </ac:cxnSpMkLst>
        </pc:cxnChg>
      </pc:sldChg>
      <pc:sldChg chg="modSp add mod">
        <pc:chgData name="Toby Donaldson" userId="2e6e5431-bb17-4c41-9985-d39c50d83c73" providerId="ADAL" clId="{7F9681A8-EEE2-56F4-9B39-ECCBEE0471AC}" dt="2026-01-17T00:43:47.428" v="10001" actId="20577"/>
        <pc:sldMkLst>
          <pc:docMk/>
          <pc:sldMk cId="3148466085" sldId="306"/>
        </pc:sldMkLst>
        <pc:spChg chg="mod">
          <ac:chgData name="Toby Donaldson" userId="2e6e5431-bb17-4c41-9985-d39c50d83c73" providerId="ADAL" clId="{7F9681A8-EEE2-56F4-9B39-ECCBEE0471AC}" dt="2026-01-17T00:43:47.428" v="10001" actId="20577"/>
          <ac:spMkLst>
            <pc:docMk/>
            <pc:sldMk cId="3148466085" sldId="306"/>
            <ac:spMk id="2" creationId="{1F076C73-D347-55CD-ED9F-983E0BF5C9C7}"/>
          </ac:spMkLst>
        </pc:spChg>
      </pc:sldChg>
      <pc:sldChg chg="delSp modSp add mod">
        <pc:chgData name="Toby Donaldson" userId="2e6e5431-bb17-4c41-9985-d39c50d83c73" providerId="ADAL" clId="{7F9681A8-EEE2-56F4-9B39-ECCBEE0471AC}" dt="2026-01-17T00:43:44.135" v="10000" actId="20577"/>
        <pc:sldMkLst>
          <pc:docMk/>
          <pc:sldMk cId="2927850925" sldId="307"/>
        </pc:sldMkLst>
        <pc:spChg chg="mod">
          <ac:chgData name="Toby Donaldson" userId="2e6e5431-bb17-4c41-9985-d39c50d83c73" providerId="ADAL" clId="{7F9681A8-EEE2-56F4-9B39-ECCBEE0471AC}" dt="2026-01-17T00:43:44.135" v="10000" actId="20577"/>
          <ac:spMkLst>
            <pc:docMk/>
            <pc:sldMk cId="2927850925" sldId="307"/>
            <ac:spMk id="2" creationId="{D663CE64-7F1F-08C9-973A-A6C92A5C0D13}"/>
          </ac:spMkLst>
        </pc:spChg>
      </pc:sldChg>
      <pc:sldChg chg="addSp modSp add mod">
        <pc:chgData name="Toby Donaldson" userId="2e6e5431-bb17-4c41-9985-d39c50d83c73" providerId="ADAL" clId="{7F9681A8-EEE2-56F4-9B39-ECCBEE0471AC}" dt="2026-01-17T00:43:51.491" v="10002" actId="20577"/>
        <pc:sldMkLst>
          <pc:docMk/>
          <pc:sldMk cId="4273813893" sldId="308"/>
        </pc:sldMkLst>
        <pc:spChg chg="mod">
          <ac:chgData name="Toby Donaldson" userId="2e6e5431-bb17-4c41-9985-d39c50d83c73" providerId="ADAL" clId="{7F9681A8-EEE2-56F4-9B39-ECCBEE0471AC}" dt="2026-01-17T00:43:51.491" v="10002" actId="20577"/>
          <ac:spMkLst>
            <pc:docMk/>
            <pc:sldMk cId="4273813893" sldId="308"/>
            <ac:spMk id="2" creationId="{93C2DC71-DEEE-B0A8-B2EF-68AFB46851A8}"/>
          </ac:spMkLst>
        </pc:spChg>
        <pc:spChg chg="add mod">
          <ac:chgData name="Toby Donaldson" userId="2e6e5431-bb17-4c41-9985-d39c50d83c73" providerId="ADAL" clId="{7F9681A8-EEE2-56F4-9B39-ECCBEE0471AC}" dt="2026-01-17T00:37:16.675" v="9439" actId="1076"/>
          <ac:spMkLst>
            <pc:docMk/>
            <pc:sldMk cId="4273813893" sldId="308"/>
            <ac:spMk id="18" creationId="{7B5CCE65-40F9-DC75-14C1-00EEDE5AC130}"/>
          </ac:spMkLst>
        </pc:spChg>
        <pc:spChg chg="add mod">
          <ac:chgData name="Toby Donaldson" userId="2e6e5431-bb17-4c41-9985-d39c50d83c73" providerId="ADAL" clId="{7F9681A8-EEE2-56F4-9B39-ECCBEE0471AC}" dt="2026-01-17T00:37:22.944" v="9441" actId="1076"/>
          <ac:spMkLst>
            <pc:docMk/>
            <pc:sldMk cId="4273813893" sldId="308"/>
            <ac:spMk id="19" creationId="{67AE2E75-3FB5-176D-14ED-797B83F9C82C}"/>
          </ac:spMkLst>
        </pc:spChg>
        <pc:spChg chg="add mod">
          <ac:chgData name="Toby Donaldson" userId="2e6e5431-bb17-4c41-9985-d39c50d83c73" providerId="ADAL" clId="{7F9681A8-EEE2-56F4-9B39-ECCBEE0471AC}" dt="2026-01-17T00:37:42.121" v="9470" actId="207"/>
          <ac:spMkLst>
            <pc:docMk/>
            <pc:sldMk cId="4273813893" sldId="308"/>
            <ac:spMk id="20" creationId="{36E1F7B2-951D-AEF7-391E-AB595A53F3F9}"/>
          </ac:spMkLst>
        </pc:spChg>
      </pc:sldChg>
      <pc:sldChg chg="addSp modSp add mod ord">
        <pc:chgData name="Toby Donaldson" userId="2e6e5431-bb17-4c41-9985-d39c50d83c73" providerId="ADAL" clId="{7F9681A8-EEE2-56F4-9B39-ECCBEE0471AC}" dt="2026-01-17T00:43:53.786" v="10003" actId="20577"/>
        <pc:sldMkLst>
          <pc:docMk/>
          <pc:sldMk cId="3670051174" sldId="309"/>
        </pc:sldMkLst>
        <pc:spChg chg="mod">
          <ac:chgData name="Toby Donaldson" userId="2e6e5431-bb17-4c41-9985-d39c50d83c73" providerId="ADAL" clId="{7F9681A8-EEE2-56F4-9B39-ECCBEE0471AC}" dt="2026-01-17T00:43:53.786" v="10003" actId="20577"/>
          <ac:spMkLst>
            <pc:docMk/>
            <pc:sldMk cId="3670051174" sldId="309"/>
            <ac:spMk id="2" creationId="{EA417ED5-9279-4687-86B8-C1DE7B5BE9B7}"/>
          </ac:spMkLst>
        </pc:spChg>
        <pc:spChg chg="add mod">
          <ac:chgData name="Toby Donaldson" userId="2e6e5431-bb17-4c41-9985-d39c50d83c73" providerId="ADAL" clId="{7F9681A8-EEE2-56F4-9B39-ECCBEE0471AC}" dt="2026-01-17T00:39:08.478" v="9537" actId="207"/>
          <ac:spMkLst>
            <pc:docMk/>
            <pc:sldMk cId="3670051174" sldId="309"/>
            <ac:spMk id="21" creationId="{B57030C3-9159-E6C3-927E-2C29FC8CF819}"/>
          </ac:spMkLst>
        </pc:spChg>
      </pc:sldChg>
      <pc:sldChg chg="addSp modSp add mod ord">
        <pc:chgData name="Toby Donaldson" userId="2e6e5431-bb17-4c41-9985-d39c50d83c73" providerId="ADAL" clId="{7F9681A8-EEE2-56F4-9B39-ECCBEE0471AC}" dt="2026-01-17T00:43:58.421" v="10004" actId="20577"/>
        <pc:sldMkLst>
          <pc:docMk/>
          <pc:sldMk cId="2120698720" sldId="310"/>
        </pc:sldMkLst>
        <pc:spChg chg="mod">
          <ac:chgData name="Toby Donaldson" userId="2e6e5431-bb17-4c41-9985-d39c50d83c73" providerId="ADAL" clId="{7F9681A8-EEE2-56F4-9B39-ECCBEE0471AC}" dt="2026-01-17T00:43:58.421" v="10004" actId="20577"/>
          <ac:spMkLst>
            <pc:docMk/>
            <pc:sldMk cId="2120698720" sldId="310"/>
            <ac:spMk id="2" creationId="{5677950E-0337-BA06-49FE-60D2D585D6BB}"/>
          </ac:spMkLst>
        </pc:spChg>
        <pc:spChg chg="mod">
          <ac:chgData name="Toby Donaldson" userId="2e6e5431-bb17-4c41-9985-d39c50d83c73" providerId="ADAL" clId="{7F9681A8-EEE2-56F4-9B39-ECCBEE0471AC}" dt="2026-01-17T00:41:53.856" v="9872" actId="207"/>
          <ac:spMkLst>
            <pc:docMk/>
            <pc:sldMk cId="2120698720" sldId="310"/>
            <ac:spMk id="3" creationId="{AB4786FC-487F-A351-73E0-E2D6ACA29BB3}"/>
          </ac:spMkLst>
        </pc:spChg>
        <pc:spChg chg="add mod">
          <ac:chgData name="Toby Donaldson" userId="2e6e5431-bb17-4c41-9985-d39c50d83c73" providerId="ADAL" clId="{7F9681A8-EEE2-56F4-9B39-ECCBEE0471AC}" dt="2026-01-17T00:39:51.242" v="9542"/>
          <ac:spMkLst>
            <pc:docMk/>
            <pc:sldMk cId="2120698720" sldId="310"/>
            <ac:spMk id="13" creationId="{7F73A55B-82A3-F13E-4F69-FD6657E1ED8F}"/>
          </ac:spMkLst>
        </pc:spChg>
        <pc:spChg chg="add mod">
          <ac:chgData name="Toby Donaldson" userId="2e6e5431-bb17-4c41-9985-d39c50d83c73" providerId="ADAL" clId="{7F9681A8-EEE2-56F4-9B39-ECCBEE0471AC}" dt="2026-01-17T00:39:51.242" v="9542"/>
          <ac:spMkLst>
            <pc:docMk/>
            <pc:sldMk cId="2120698720" sldId="310"/>
            <ac:spMk id="14" creationId="{5FF88F07-D960-2984-C118-BA9BD844B9ED}"/>
          </ac:spMkLst>
        </pc:spChg>
        <pc:spChg chg="add mod">
          <ac:chgData name="Toby Donaldson" userId="2e6e5431-bb17-4c41-9985-d39c50d83c73" providerId="ADAL" clId="{7F9681A8-EEE2-56F4-9B39-ECCBEE0471AC}" dt="2026-01-17T00:39:51.242" v="9542"/>
          <ac:spMkLst>
            <pc:docMk/>
            <pc:sldMk cId="2120698720" sldId="310"/>
            <ac:spMk id="15" creationId="{A7F6D58D-B6D1-F884-C549-670AFA47E13B}"/>
          </ac:spMkLst>
        </pc:spChg>
      </pc:sldChg>
      <pc:sldChg chg="modSp new mod">
        <pc:chgData name="Toby Donaldson" userId="2e6e5431-bb17-4c41-9985-d39c50d83c73" providerId="ADAL" clId="{7F9681A8-EEE2-56F4-9B39-ECCBEE0471AC}" dt="2026-01-17T00:48:06.088" v="10843" actId="20577"/>
        <pc:sldMkLst>
          <pc:docMk/>
          <pc:sldMk cId="3216095822" sldId="311"/>
        </pc:sldMkLst>
        <pc:spChg chg="mod">
          <ac:chgData name="Toby Donaldson" userId="2e6e5431-bb17-4c41-9985-d39c50d83c73" providerId="ADAL" clId="{7F9681A8-EEE2-56F4-9B39-ECCBEE0471AC}" dt="2026-01-17T00:44:23.267" v="10031" actId="20577"/>
          <ac:spMkLst>
            <pc:docMk/>
            <pc:sldMk cId="3216095822" sldId="311"/>
            <ac:spMk id="2" creationId="{93DDF909-09B1-3D46-BB5E-DEB7B73ACA7E}"/>
          </ac:spMkLst>
        </pc:spChg>
        <pc:spChg chg="mod">
          <ac:chgData name="Toby Donaldson" userId="2e6e5431-bb17-4c41-9985-d39c50d83c73" providerId="ADAL" clId="{7F9681A8-EEE2-56F4-9B39-ECCBEE0471AC}" dt="2026-01-17T00:48:06.088" v="10843" actId="20577"/>
          <ac:spMkLst>
            <pc:docMk/>
            <pc:sldMk cId="3216095822" sldId="311"/>
            <ac:spMk id="3" creationId="{B2D5783D-A23A-09C4-8694-0B0EA9B00C03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7T03:10:38.687" v="11374" actId="20577"/>
        <pc:sldMkLst>
          <pc:docMk/>
          <pc:sldMk cId="178059664" sldId="312"/>
        </pc:sldMkLst>
        <pc:spChg chg="mod">
          <ac:chgData name="Toby Donaldson" userId="2e6e5431-bb17-4c41-9985-d39c50d83c73" providerId="ADAL" clId="{7F9681A8-EEE2-56F4-9B39-ECCBEE0471AC}" dt="2026-01-17T01:00:10.466" v="11019" actId="1076"/>
          <ac:spMkLst>
            <pc:docMk/>
            <pc:sldMk cId="178059664" sldId="312"/>
            <ac:spMk id="2" creationId="{128741C4-791F-8818-4001-36298DAF81C9}"/>
          </ac:spMkLst>
        </pc:spChg>
        <pc:spChg chg="add mod">
          <ac:chgData name="Toby Donaldson" userId="2e6e5431-bb17-4c41-9985-d39c50d83c73" providerId="ADAL" clId="{7F9681A8-EEE2-56F4-9B39-ECCBEE0471AC}" dt="2026-01-17T03:10:38.687" v="11374" actId="20577"/>
          <ac:spMkLst>
            <pc:docMk/>
            <pc:sldMk cId="178059664" sldId="312"/>
            <ac:spMk id="4" creationId="{71C4059C-65E9-E9D4-0DD6-0B9088C47D55}"/>
          </ac:spMkLst>
        </pc:spChg>
        <pc:spChg chg="add mod">
          <ac:chgData name="Toby Donaldson" userId="2e6e5431-bb17-4c41-9985-d39c50d83c73" providerId="ADAL" clId="{7F9681A8-EEE2-56F4-9B39-ECCBEE0471AC}" dt="2026-01-17T01:01:14.817" v="11078" actId="1076"/>
          <ac:spMkLst>
            <pc:docMk/>
            <pc:sldMk cId="178059664" sldId="312"/>
            <ac:spMk id="5" creationId="{5944CE21-0EC2-E9E4-7945-E5511168C15F}"/>
          </ac:spMkLst>
        </pc:spChg>
        <pc:spChg chg="add mod">
          <ac:chgData name="Toby Donaldson" userId="2e6e5431-bb17-4c41-9985-d39c50d83c73" providerId="ADAL" clId="{7F9681A8-EEE2-56F4-9B39-ECCBEE0471AC}" dt="2026-01-17T01:01:14.817" v="11078" actId="1076"/>
          <ac:spMkLst>
            <pc:docMk/>
            <pc:sldMk cId="178059664" sldId="312"/>
            <ac:spMk id="7" creationId="{9D99CBC9-7AA2-7328-9A92-FD5185CD0D01}"/>
          </ac:spMkLst>
        </pc:spChg>
        <pc:spChg chg="add mod">
          <ac:chgData name="Toby Donaldson" userId="2e6e5431-bb17-4c41-9985-d39c50d83c73" providerId="ADAL" clId="{7F9681A8-EEE2-56F4-9B39-ECCBEE0471AC}" dt="2026-01-17T00:59:11.249" v="10970" actId="1076"/>
          <ac:spMkLst>
            <pc:docMk/>
            <pc:sldMk cId="178059664" sldId="312"/>
            <ac:spMk id="11" creationId="{23826EB0-46F9-E973-B825-1F870BE646DC}"/>
          </ac:spMkLst>
        </pc:spChg>
        <pc:spChg chg="add mod">
          <ac:chgData name="Toby Donaldson" userId="2e6e5431-bb17-4c41-9985-d39c50d83c73" providerId="ADAL" clId="{7F9681A8-EEE2-56F4-9B39-ECCBEE0471AC}" dt="2026-01-17T03:06:18.741" v="11329" actId="1076"/>
          <ac:spMkLst>
            <pc:docMk/>
            <pc:sldMk cId="178059664" sldId="312"/>
            <ac:spMk id="15" creationId="{3CD7F315-F2C3-0FF8-1D27-09731A73DE53}"/>
          </ac:spMkLst>
        </pc:spChg>
        <pc:cxnChg chg="add mod">
          <ac:chgData name="Toby Donaldson" userId="2e6e5431-bb17-4c41-9985-d39c50d83c73" providerId="ADAL" clId="{7F9681A8-EEE2-56F4-9B39-ECCBEE0471AC}" dt="2026-01-17T03:06:28.225" v="11331" actId="14100"/>
          <ac:cxnSpMkLst>
            <pc:docMk/>
            <pc:sldMk cId="178059664" sldId="312"/>
            <ac:cxnSpMk id="17" creationId="{8DB2EC18-77B5-FF26-7C46-308DD4F66F52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7T03:10:48.598" v="11376" actId="20577"/>
        <pc:sldMkLst>
          <pc:docMk/>
          <pc:sldMk cId="617685303" sldId="313"/>
        </pc:sldMkLst>
        <pc:spChg chg="add mod">
          <ac:chgData name="Toby Donaldson" userId="2e6e5431-bb17-4c41-9985-d39c50d83c73" providerId="ADAL" clId="{7F9681A8-EEE2-56F4-9B39-ECCBEE0471AC}" dt="2026-01-17T03:09:33.068" v="11353" actId="1076"/>
          <ac:spMkLst>
            <pc:docMk/>
            <pc:sldMk cId="617685303" sldId="313"/>
            <ac:spMk id="3" creationId="{78EC363D-8CDB-879B-1C3A-A357941186DE}"/>
          </ac:spMkLst>
        </pc:spChg>
        <pc:spChg chg="mod">
          <ac:chgData name="Toby Donaldson" userId="2e6e5431-bb17-4c41-9985-d39c50d83c73" providerId="ADAL" clId="{7F9681A8-EEE2-56F4-9B39-ECCBEE0471AC}" dt="2026-01-17T03:10:48.598" v="11376" actId="20577"/>
          <ac:spMkLst>
            <pc:docMk/>
            <pc:sldMk cId="617685303" sldId="313"/>
            <ac:spMk id="4" creationId="{512E49E4-1932-7246-0DFB-69E268E1BC7D}"/>
          </ac:spMkLst>
        </pc:spChg>
        <pc:spChg chg="mod">
          <ac:chgData name="Toby Donaldson" userId="2e6e5431-bb17-4c41-9985-d39c50d83c73" providerId="ADAL" clId="{7F9681A8-EEE2-56F4-9B39-ECCBEE0471AC}" dt="2026-01-17T03:09:21.009" v="11351" actId="14100"/>
          <ac:spMkLst>
            <pc:docMk/>
            <pc:sldMk cId="617685303" sldId="313"/>
            <ac:spMk id="5" creationId="{F6D643AC-ED24-C556-8FCC-591E8370A0D6}"/>
          </ac:spMkLst>
        </pc:spChg>
        <pc:spChg chg="mod">
          <ac:chgData name="Toby Donaldson" userId="2e6e5431-bb17-4c41-9985-d39c50d83c73" providerId="ADAL" clId="{7F9681A8-EEE2-56F4-9B39-ECCBEE0471AC}" dt="2026-01-17T03:09:26.175" v="11352" actId="14100"/>
          <ac:spMkLst>
            <pc:docMk/>
            <pc:sldMk cId="617685303" sldId="313"/>
            <ac:spMk id="6" creationId="{65148908-D3C5-8A9E-BD5A-AE83149C9278}"/>
          </ac:spMkLst>
        </pc:spChg>
        <pc:spChg chg="mod">
          <ac:chgData name="Toby Donaldson" userId="2e6e5431-bb17-4c41-9985-d39c50d83c73" providerId="ADAL" clId="{7F9681A8-EEE2-56F4-9B39-ECCBEE0471AC}" dt="2026-01-17T03:08:45.875" v="11348" actId="1076"/>
          <ac:spMkLst>
            <pc:docMk/>
            <pc:sldMk cId="617685303" sldId="313"/>
            <ac:spMk id="7" creationId="{73DB446A-35A9-4D44-D9C4-523523B3096C}"/>
          </ac:spMkLst>
        </pc:spChg>
        <pc:spChg chg="mod">
          <ac:chgData name="Toby Donaldson" userId="2e6e5431-bb17-4c41-9985-d39c50d83c73" providerId="ADAL" clId="{7F9681A8-EEE2-56F4-9B39-ECCBEE0471AC}" dt="2026-01-17T03:08:45.875" v="11348" actId="1076"/>
          <ac:spMkLst>
            <pc:docMk/>
            <pc:sldMk cId="617685303" sldId="313"/>
            <ac:spMk id="8" creationId="{A88E2400-9C6E-CE5E-82B8-2FA0F540DB11}"/>
          </ac:spMkLst>
        </pc:spChg>
        <pc:spChg chg="mod">
          <ac:chgData name="Toby Donaldson" userId="2e6e5431-bb17-4c41-9985-d39c50d83c73" providerId="ADAL" clId="{7F9681A8-EEE2-56F4-9B39-ECCBEE0471AC}" dt="2026-01-17T03:09:00.182" v="11350" actId="1076"/>
          <ac:spMkLst>
            <pc:docMk/>
            <pc:sldMk cId="617685303" sldId="313"/>
            <ac:spMk id="11" creationId="{FFF06B21-6AC0-03ED-B1ED-17A79D71F2C2}"/>
          </ac:spMkLst>
        </pc:spChg>
        <pc:spChg chg="mod">
          <ac:chgData name="Toby Donaldson" userId="2e6e5431-bb17-4c41-9985-d39c50d83c73" providerId="ADAL" clId="{7F9681A8-EEE2-56F4-9B39-ECCBEE0471AC}" dt="2026-01-17T03:08:53.442" v="11349" actId="1076"/>
          <ac:spMkLst>
            <pc:docMk/>
            <pc:sldMk cId="617685303" sldId="313"/>
            <ac:spMk id="12" creationId="{95EBC225-FD9F-FF44-2C46-187CAF3A3782}"/>
          </ac:spMkLst>
        </pc:spChg>
        <pc:cxnChg chg="mod">
          <ac:chgData name="Toby Donaldson" userId="2e6e5431-bb17-4c41-9985-d39c50d83c73" providerId="ADAL" clId="{7F9681A8-EEE2-56F4-9B39-ECCBEE0471AC}" dt="2026-01-17T03:08:45.875" v="11348" actId="1076"/>
          <ac:cxnSpMkLst>
            <pc:docMk/>
            <pc:sldMk cId="617685303" sldId="313"/>
            <ac:cxnSpMk id="10" creationId="{29989D55-1F46-47C3-08C1-F5C3EAE69D69}"/>
          </ac:cxnSpMkLst>
        </pc:cxnChg>
      </pc:sldChg>
      <pc:sldChg chg="modSp add mod">
        <pc:chgData name="Toby Donaldson" userId="2e6e5431-bb17-4c41-9985-d39c50d83c73" providerId="ADAL" clId="{7F9681A8-EEE2-56F4-9B39-ECCBEE0471AC}" dt="2026-01-17T03:12:51.164" v="11409" actId="207"/>
        <pc:sldMkLst>
          <pc:docMk/>
          <pc:sldMk cId="2560160557" sldId="314"/>
        </pc:sldMkLst>
        <pc:spChg chg="mod">
          <ac:chgData name="Toby Donaldson" userId="2e6e5431-bb17-4c41-9985-d39c50d83c73" providerId="ADAL" clId="{7F9681A8-EEE2-56F4-9B39-ECCBEE0471AC}" dt="2026-01-17T03:12:26.486" v="11407" actId="207"/>
          <ac:spMkLst>
            <pc:docMk/>
            <pc:sldMk cId="2560160557" sldId="314"/>
            <ac:spMk id="4" creationId="{BBE15A04-C65C-D520-E03E-87A4BF5C6306}"/>
          </ac:spMkLst>
        </pc:spChg>
        <pc:spChg chg="mod">
          <ac:chgData name="Toby Donaldson" userId="2e6e5431-bb17-4c41-9985-d39c50d83c73" providerId="ADAL" clId="{7F9681A8-EEE2-56F4-9B39-ECCBEE0471AC}" dt="2026-01-17T03:12:51.164" v="11409" actId="207"/>
          <ac:spMkLst>
            <pc:docMk/>
            <pc:sldMk cId="2560160557" sldId="314"/>
            <ac:spMk id="8" creationId="{9ADB5DBB-45B2-F51D-46F1-319D8B82AF71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03:16:38.576" v="11618" actId="21"/>
        <pc:sldMkLst>
          <pc:docMk/>
          <pc:sldMk cId="2057527488" sldId="315"/>
        </pc:sldMkLst>
        <pc:spChg chg="mod">
          <ac:chgData name="Toby Donaldson" userId="2e6e5431-bb17-4c41-9985-d39c50d83c73" providerId="ADAL" clId="{7F9681A8-EEE2-56F4-9B39-ECCBEE0471AC}" dt="2026-01-17T03:12:41.633" v="11408" actId="207"/>
          <ac:spMkLst>
            <pc:docMk/>
            <pc:sldMk cId="2057527488" sldId="315"/>
            <ac:spMk id="4" creationId="{5C4A1363-8E07-CE2E-186E-64DD81394C20}"/>
          </ac:spMkLst>
        </pc:spChg>
        <pc:spChg chg="add mod">
          <ac:chgData name="Toby Donaldson" userId="2e6e5431-bb17-4c41-9985-d39c50d83c73" providerId="ADAL" clId="{7F9681A8-EEE2-56F4-9B39-ECCBEE0471AC}" dt="2026-01-17T03:15:03.094" v="11486" actId="1076"/>
          <ac:spMkLst>
            <pc:docMk/>
            <pc:sldMk cId="2057527488" sldId="315"/>
            <ac:spMk id="25" creationId="{1B08FA01-8A24-19A6-39D8-860F9ED42795}"/>
          </ac:spMkLst>
        </pc:spChg>
        <pc:spChg chg="add mod">
          <ac:chgData name="Toby Donaldson" userId="2e6e5431-bb17-4c41-9985-d39c50d83c73" providerId="ADAL" clId="{7F9681A8-EEE2-56F4-9B39-ECCBEE0471AC}" dt="2026-01-17T03:16:22.401" v="11617" actId="2711"/>
          <ac:spMkLst>
            <pc:docMk/>
            <pc:sldMk cId="2057527488" sldId="315"/>
            <ac:spMk id="26" creationId="{13CB6717-9CFC-1184-731B-2CF0D0A9CA6B}"/>
          </ac:spMkLst>
        </pc:spChg>
        <pc:grpChg chg="add mod">
          <ac:chgData name="Toby Donaldson" userId="2e6e5431-bb17-4c41-9985-d39c50d83c73" providerId="ADAL" clId="{7F9681A8-EEE2-56F4-9B39-ECCBEE0471AC}" dt="2026-01-17T03:14:07.643" v="11422" actId="1076"/>
          <ac:grpSpMkLst>
            <pc:docMk/>
            <pc:sldMk cId="2057527488" sldId="315"/>
            <ac:grpSpMk id="23" creationId="{125FA2CD-C2DD-B8ED-FEBB-012E51C96538}"/>
          </ac:grpSpMkLst>
        </pc:grpChg>
        <pc:cxnChg chg="add mod">
          <ac:chgData name="Toby Donaldson" userId="2e6e5431-bb17-4c41-9985-d39c50d83c73" providerId="ADAL" clId="{7F9681A8-EEE2-56F4-9B39-ECCBEE0471AC}" dt="2026-01-17T03:13:57.727" v="11419" actId="164"/>
          <ac:cxnSpMkLst>
            <pc:docMk/>
            <pc:sldMk cId="2057527488" sldId="315"/>
            <ac:cxnSpMk id="13" creationId="{A995E5B2-A030-7618-EC0B-8A1A2F0266B0}"/>
          </ac:cxnSpMkLst>
        </pc:cxnChg>
        <pc:cxnChg chg="add mod">
          <ac:chgData name="Toby Donaldson" userId="2e6e5431-bb17-4c41-9985-d39c50d83c73" providerId="ADAL" clId="{7F9681A8-EEE2-56F4-9B39-ECCBEE0471AC}" dt="2026-01-17T03:13:57.727" v="11419" actId="164"/>
          <ac:cxnSpMkLst>
            <pc:docMk/>
            <pc:sldMk cId="2057527488" sldId="315"/>
            <ac:cxnSpMk id="14" creationId="{AE88C961-8DAC-0A6A-0E2D-F60FC62F368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03:19:42.767" v="11682" actId="20577"/>
        <pc:sldMkLst>
          <pc:docMk/>
          <pc:sldMk cId="1421575727" sldId="316"/>
        </pc:sldMkLst>
        <pc:spChg chg="mod">
          <ac:chgData name="Toby Donaldson" userId="2e6e5431-bb17-4c41-9985-d39c50d83c73" providerId="ADAL" clId="{7F9681A8-EEE2-56F4-9B39-ECCBEE0471AC}" dt="2026-01-17T03:19:22.822" v="11679" actId="207"/>
          <ac:spMkLst>
            <pc:docMk/>
            <pc:sldMk cId="1421575727" sldId="316"/>
            <ac:spMk id="4" creationId="{A745F9E5-1072-25EB-CCB0-9D0D77A1691A}"/>
          </ac:spMkLst>
        </pc:spChg>
        <pc:spChg chg="add mod">
          <ac:chgData name="Toby Donaldson" userId="2e6e5431-bb17-4c41-9985-d39c50d83c73" providerId="ADAL" clId="{7F9681A8-EEE2-56F4-9B39-ECCBEE0471AC}" dt="2026-01-17T03:18:51.344" v="11674" actId="1076"/>
          <ac:spMkLst>
            <pc:docMk/>
            <pc:sldMk cId="1421575727" sldId="316"/>
            <ac:spMk id="9" creationId="{3EE3CAE9-A087-21C3-7AE0-FBD37AD66F7D}"/>
          </ac:spMkLst>
        </pc:spChg>
        <pc:spChg chg="mod">
          <ac:chgData name="Toby Donaldson" userId="2e6e5431-bb17-4c41-9985-d39c50d83c73" providerId="ADAL" clId="{7F9681A8-EEE2-56F4-9B39-ECCBEE0471AC}" dt="2026-01-17T03:19:42.767" v="11682" actId="20577"/>
          <ac:spMkLst>
            <pc:docMk/>
            <pc:sldMk cId="1421575727" sldId="316"/>
            <ac:spMk id="26" creationId="{E25959F9-5589-E62D-56E6-6987B2D77B7D}"/>
          </ac:spMkLst>
        </pc:spChg>
        <pc:grpChg chg="add mod">
          <ac:chgData name="Toby Donaldson" userId="2e6e5431-bb17-4c41-9985-d39c50d83c73" providerId="ADAL" clId="{7F9681A8-EEE2-56F4-9B39-ECCBEE0471AC}" dt="2026-01-17T03:19:35.895" v="11681" actId="1076"/>
          <ac:grpSpMkLst>
            <pc:docMk/>
            <pc:sldMk cId="1421575727" sldId="316"/>
            <ac:grpSpMk id="22" creationId="{593988C1-E5C4-2F1D-00CF-CF1C0F33428C}"/>
          </ac:grpSpMkLst>
        </pc:grpChg>
        <pc:cxnChg chg="add mod">
          <ac:chgData name="Toby Donaldson" userId="2e6e5431-bb17-4c41-9985-d39c50d83c73" providerId="ADAL" clId="{7F9681A8-EEE2-56F4-9B39-ECCBEE0471AC}" dt="2026-01-17T03:19:05.389" v="11678" actId="14100"/>
          <ac:cxnSpMkLst>
            <pc:docMk/>
            <pc:sldMk cId="1421575727" sldId="316"/>
            <ac:cxnSpMk id="16" creationId="{68C1EB42-B897-9634-FF64-FB273688A9D1}"/>
          </ac:cxnSpMkLst>
        </pc:cxnChg>
        <pc:cxnChg chg="mod">
          <ac:chgData name="Toby Donaldson" userId="2e6e5431-bb17-4c41-9985-d39c50d83c73" providerId="ADAL" clId="{7F9681A8-EEE2-56F4-9B39-ECCBEE0471AC}" dt="2026-01-17T03:19:32.818" v="11680"/>
          <ac:cxnSpMkLst>
            <pc:docMk/>
            <pc:sldMk cId="1421575727" sldId="316"/>
            <ac:cxnSpMk id="27" creationId="{414B8A0D-7D27-A821-1ECB-565A898765EB}"/>
          </ac:cxnSpMkLst>
        </pc:cxnChg>
        <pc:cxnChg chg="mod">
          <ac:chgData name="Toby Donaldson" userId="2e6e5431-bb17-4c41-9985-d39c50d83c73" providerId="ADAL" clId="{7F9681A8-EEE2-56F4-9B39-ECCBEE0471AC}" dt="2026-01-17T03:19:32.818" v="11680"/>
          <ac:cxnSpMkLst>
            <pc:docMk/>
            <pc:sldMk cId="1421575727" sldId="316"/>
            <ac:cxnSpMk id="28" creationId="{C91B99E6-82DB-EF88-920D-39879AB45506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7T03:22:53.862" v="11847" actId="1076"/>
        <pc:sldMkLst>
          <pc:docMk/>
          <pc:sldMk cId="3377331152" sldId="317"/>
        </pc:sldMkLst>
        <pc:spChg chg="mod">
          <ac:chgData name="Toby Donaldson" userId="2e6e5431-bb17-4c41-9985-d39c50d83c73" providerId="ADAL" clId="{7F9681A8-EEE2-56F4-9B39-ECCBEE0471AC}" dt="2026-01-17T03:20:37.063" v="11690" actId="207"/>
          <ac:spMkLst>
            <pc:docMk/>
            <pc:sldMk cId="3377331152" sldId="317"/>
            <ac:spMk id="4" creationId="{CBDF1E89-D477-1DFA-71A5-9AA13F726302}"/>
          </ac:spMkLst>
        </pc:spChg>
        <pc:spChg chg="mod">
          <ac:chgData name="Toby Donaldson" userId="2e6e5431-bb17-4c41-9985-d39c50d83c73" providerId="ADAL" clId="{7F9681A8-EEE2-56F4-9B39-ECCBEE0471AC}" dt="2026-01-17T03:22:03.993" v="11843" actId="20577"/>
          <ac:spMkLst>
            <pc:docMk/>
            <pc:sldMk cId="3377331152" sldId="317"/>
            <ac:spMk id="8" creationId="{60B45255-0318-AF07-6356-620CE1C0708A}"/>
          </ac:spMkLst>
        </pc:spChg>
        <pc:spChg chg="mod">
          <ac:chgData name="Toby Donaldson" userId="2e6e5431-bb17-4c41-9985-d39c50d83c73" providerId="ADAL" clId="{7F9681A8-EEE2-56F4-9B39-ECCBEE0471AC}" dt="2026-01-17T03:20:31.495" v="11689" actId="1076"/>
          <ac:spMkLst>
            <pc:docMk/>
            <pc:sldMk cId="3377331152" sldId="317"/>
            <ac:spMk id="9" creationId="{135CBDC7-F43C-44A9-F465-5C231C170803}"/>
          </ac:spMkLst>
        </pc:spChg>
        <pc:spChg chg="mod">
          <ac:chgData name="Toby Donaldson" userId="2e6e5431-bb17-4c41-9985-d39c50d83c73" providerId="ADAL" clId="{7F9681A8-EEE2-56F4-9B39-ECCBEE0471AC}" dt="2026-01-17T03:22:53.862" v="11847" actId="1076"/>
          <ac:spMkLst>
            <pc:docMk/>
            <pc:sldMk cId="3377331152" sldId="317"/>
            <ac:spMk id="26" creationId="{5448A225-0AD2-0554-56FD-100C88C1CDD6}"/>
          </ac:spMkLst>
        </pc:spChg>
        <pc:cxnChg chg="mod">
          <ac:chgData name="Toby Donaldson" userId="2e6e5431-bb17-4c41-9985-d39c50d83c73" providerId="ADAL" clId="{7F9681A8-EEE2-56F4-9B39-ECCBEE0471AC}" dt="2026-01-17T03:22:03.993" v="11843" actId="20577"/>
          <ac:cxnSpMkLst>
            <pc:docMk/>
            <pc:sldMk cId="3377331152" sldId="317"/>
            <ac:cxnSpMk id="10" creationId="{319EF3BE-21EB-E6B2-201B-C45BA21D0C32}"/>
          </ac:cxnSpMkLst>
        </pc:cxnChg>
        <pc:cxnChg chg="mod">
          <ac:chgData name="Toby Donaldson" userId="2e6e5431-bb17-4c41-9985-d39c50d83c73" providerId="ADAL" clId="{7F9681A8-EEE2-56F4-9B39-ECCBEE0471AC}" dt="2026-01-17T03:22:53.862" v="11847" actId="1076"/>
          <ac:cxnSpMkLst>
            <pc:docMk/>
            <pc:sldMk cId="3377331152" sldId="317"/>
            <ac:cxnSpMk id="16" creationId="{05C80D2E-1FC3-0F2D-0AAA-595EED7613D0}"/>
          </ac:cxnSpMkLst>
        </pc:cxnChg>
      </pc:sldChg>
      <pc:sldChg chg="modSp add mod">
        <pc:chgData name="Toby Donaldson" userId="2e6e5431-bb17-4c41-9985-d39c50d83c73" providerId="ADAL" clId="{7F9681A8-EEE2-56F4-9B39-ECCBEE0471AC}" dt="2026-01-17T03:27:51.317" v="11952" actId="207"/>
        <pc:sldMkLst>
          <pc:docMk/>
          <pc:sldMk cId="2701659981" sldId="319"/>
        </pc:sldMkLst>
        <pc:spChg chg="mod">
          <ac:chgData name="Toby Donaldson" userId="2e6e5431-bb17-4c41-9985-d39c50d83c73" providerId="ADAL" clId="{7F9681A8-EEE2-56F4-9B39-ECCBEE0471AC}" dt="2026-01-17T03:27:51.317" v="11952" actId="207"/>
          <ac:spMkLst>
            <pc:docMk/>
            <pc:sldMk cId="2701659981" sldId="319"/>
            <ac:spMk id="4" creationId="{4D00789D-C650-E0F6-FBF6-F267D7DE3643}"/>
          </ac:spMkLst>
        </pc:spChg>
        <pc:cxnChg chg="mod">
          <ac:chgData name="Toby Donaldson" userId="2e6e5431-bb17-4c41-9985-d39c50d83c73" providerId="ADAL" clId="{7F9681A8-EEE2-56F4-9B39-ECCBEE0471AC}" dt="2026-01-17T03:26:15.767" v="11950" actId="14100"/>
          <ac:cxnSpMkLst>
            <pc:docMk/>
            <pc:sldMk cId="2701659981" sldId="319"/>
            <ac:cxnSpMk id="16" creationId="{1503BC0E-B8F8-1A11-6AE6-6B9428316AA8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7T03:30:04.647" v="12046" actId="14100"/>
        <pc:sldMkLst>
          <pc:docMk/>
          <pc:sldMk cId="3048126902" sldId="320"/>
        </pc:sldMkLst>
        <pc:spChg chg="mod">
          <ac:chgData name="Toby Donaldson" userId="2e6e5431-bb17-4c41-9985-d39c50d83c73" providerId="ADAL" clId="{7F9681A8-EEE2-56F4-9B39-ECCBEE0471AC}" dt="2026-01-17T03:28:40.070" v="11955" actId="207"/>
          <ac:spMkLst>
            <pc:docMk/>
            <pc:sldMk cId="3048126902" sldId="320"/>
            <ac:spMk id="4" creationId="{5115B0C0-C7B4-DD2D-837E-A51DAD13E89C}"/>
          </ac:spMkLst>
        </pc:spChg>
        <pc:spChg chg="mod">
          <ac:chgData name="Toby Donaldson" userId="2e6e5431-bb17-4c41-9985-d39c50d83c73" providerId="ADAL" clId="{7F9681A8-EEE2-56F4-9B39-ECCBEE0471AC}" dt="2026-01-17T03:29:37.020" v="12042" actId="2711"/>
          <ac:spMkLst>
            <pc:docMk/>
            <pc:sldMk cId="3048126902" sldId="320"/>
            <ac:spMk id="26" creationId="{E46DD209-741B-5FA1-ABE9-4DE6BF571140}"/>
          </ac:spMkLst>
        </pc:spChg>
        <pc:grpChg chg="add mod">
          <ac:chgData name="Toby Donaldson" userId="2e6e5431-bb17-4c41-9985-d39c50d83c73" providerId="ADAL" clId="{7F9681A8-EEE2-56F4-9B39-ECCBEE0471AC}" dt="2026-01-17T03:29:50.098" v="12043"/>
          <ac:grpSpMkLst>
            <pc:docMk/>
            <pc:sldMk cId="3048126902" sldId="320"/>
            <ac:grpSpMk id="18" creationId="{FA7A2226-DFED-8811-B0D7-9145015F8489}"/>
          </ac:grpSpMkLst>
        </pc:grpChg>
        <pc:cxnChg chg="mod">
          <ac:chgData name="Toby Donaldson" userId="2e6e5431-bb17-4c41-9985-d39c50d83c73" providerId="ADAL" clId="{7F9681A8-EEE2-56F4-9B39-ECCBEE0471AC}" dt="2026-01-17T03:29:12.930" v="12020" actId="20577"/>
          <ac:cxnSpMkLst>
            <pc:docMk/>
            <pc:sldMk cId="3048126902" sldId="320"/>
            <ac:cxnSpMk id="16" creationId="{8F37B560-A2D2-60FD-B70D-D382B7679976}"/>
          </ac:cxnSpMkLst>
        </pc:cxnChg>
        <pc:cxnChg chg="mod">
          <ac:chgData name="Toby Donaldson" userId="2e6e5431-bb17-4c41-9985-d39c50d83c73" providerId="ADAL" clId="{7F9681A8-EEE2-56F4-9B39-ECCBEE0471AC}" dt="2026-01-17T03:29:50.098" v="12043"/>
          <ac:cxnSpMkLst>
            <pc:docMk/>
            <pc:sldMk cId="3048126902" sldId="320"/>
            <ac:cxnSpMk id="19" creationId="{6FE16B3E-02C9-5599-508E-4FAFB35B64E2}"/>
          </ac:cxnSpMkLst>
        </pc:cxnChg>
        <pc:cxnChg chg="mod">
          <ac:chgData name="Toby Donaldson" userId="2e6e5431-bb17-4c41-9985-d39c50d83c73" providerId="ADAL" clId="{7F9681A8-EEE2-56F4-9B39-ECCBEE0471AC}" dt="2026-01-17T03:29:50.098" v="12043"/>
          <ac:cxnSpMkLst>
            <pc:docMk/>
            <pc:sldMk cId="3048126902" sldId="320"/>
            <ac:cxnSpMk id="20" creationId="{57E84462-1E2B-D5ED-1803-6CF4B4094EDC}"/>
          </ac:cxnSpMkLst>
        </pc:cxnChg>
        <pc:cxnChg chg="add mod">
          <ac:chgData name="Toby Donaldson" userId="2e6e5431-bb17-4c41-9985-d39c50d83c73" providerId="ADAL" clId="{7F9681A8-EEE2-56F4-9B39-ECCBEE0471AC}" dt="2026-01-17T03:30:04.647" v="12046" actId="14100"/>
          <ac:cxnSpMkLst>
            <pc:docMk/>
            <pc:sldMk cId="3048126902" sldId="320"/>
            <ac:cxnSpMk id="22" creationId="{DCC8C0E5-2BC0-F6A7-F8A4-2E6509C4EEF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03:31:51.248" v="12181" actId="14100"/>
        <pc:sldMkLst>
          <pc:docMk/>
          <pc:sldMk cId="529504138" sldId="321"/>
        </pc:sldMkLst>
        <pc:spChg chg="mod">
          <ac:chgData name="Toby Donaldson" userId="2e6e5431-bb17-4c41-9985-d39c50d83c73" providerId="ADAL" clId="{7F9681A8-EEE2-56F4-9B39-ECCBEE0471AC}" dt="2026-01-17T03:31:20.335" v="12177" actId="207"/>
          <ac:spMkLst>
            <pc:docMk/>
            <pc:sldMk cId="529504138" sldId="321"/>
            <ac:spMk id="4" creationId="{85A3D80A-ECF4-11D7-AB0E-96AF11D01C4E}"/>
          </ac:spMkLst>
        </pc:spChg>
        <pc:spChg chg="mod">
          <ac:chgData name="Toby Donaldson" userId="2e6e5431-bb17-4c41-9985-d39c50d83c73" providerId="ADAL" clId="{7F9681A8-EEE2-56F4-9B39-ECCBEE0471AC}" dt="2026-01-17T03:31:08.105" v="12175" actId="113"/>
          <ac:spMkLst>
            <pc:docMk/>
            <pc:sldMk cId="529504138" sldId="321"/>
            <ac:spMk id="26" creationId="{C7CEBBFE-48FD-A087-22D8-B56903B522FE}"/>
          </ac:spMkLst>
        </pc:spChg>
        <pc:cxnChg chg="add mod">
          <ac:chgData name="Toby Donaldson" userId="2e6e5431-bb17-4c41-9985-d39c50d83c73" providerId="ADAL" clId="{7F9681A8-EEE2-56F4-9B39-ECCBEE0471AC}" dt="2026-01-17T03:31:51.248" v="12181" actId="14100"/>
          <ac:cxnSpMkLst>
            <pc:docMk/>
            <pc:sldMk cId="529504138" sldId="321"/>
            <ac:cxnSpMk id="9" creationId="{5295EEFB-228B-8F87-B2A3-9C41479AF767}"/>
          </ac:cxnSpMkLst>
        </pc:cxnChg>
      </pc:sldChg>
      <pc:sldChg chg="addSp modSp new mod">
        <pc:chgData name="Toby Donaldson" userId="2e6e5431-bb17-4c41-9985-d39c50d83c73" providerId="ADAL" clId="{7F9681A8-EEE2-56F4-9B39-ECCBEE0471AC}" dt="2026-01-19T04:40:21.569" v="15707" actId="20577"/>
        <pc:sldMkLst>
          <pc:docMk/>
          <pc:sldMk cId="2310650764" sldId="323"/>
        </pc:sldMkLst>
        <pc:spChg chg="mod">
          <ac:chgData name="Toby Donaldson" userId="2e6e5431-bb17-4c41-9985-d39c50d83c73" providerId="ADAL" clId="{7F9681A8-EEE2-56F4-9B39-ECCBEE0471AC}" dt="2026-01-17T03:35:45.643" v="12458" actId="20577"/>
          <ac:spMkLst>
            <pc:docMk/>
            <pc:sldMk cId="2310650764" sldId="323"/>
            <ac:spMk id="2" creationId="{9948F044-59BB-159B-5585-EBA6926F69A3}"/>
          </ac:spMkLst>
        </pc:spChg>
        <pc:spChg chg="mod">
          <ac:chgData name="Toby Donaldson" userId="2e6e5431-bb17-4c41-9985-d39c50d83c73" providerId="ADAL" clId="{7F9681A8-EEE2-56F4-9B39-ECCBEE0471AC}" dt="2026-01-17T03:39:04.383" v="12648" actId="14100"/>
          <ac:spMkLst>
            <pc:docMk/>
            <pc:sldMk cId="2310650764" sldId="323"/>
            <ac:spMk id="3" creationId="{04F702D8-B38A-CCAC-5434-D1B3EA624B7D}"/>
          </ac:spMkLst>
        </pc:spChg>
        <pc:spChg chg="mod">
          <ac:chgData name="Toby Donaldson" userId="2e6e5431-bb17-4c41-9985-d39c50d83c73" providerId="ADAL" clId="{7F9681A8-EEE2-56F4-9B39-ECCBEE0471AC}" dt="2026-01-17T03:39:33.332" v="12651" actId="20577"/>
          <ac:spMkLst>
            <pc:docMk/>
            <pc:sldMk cId="2310650764" sldId="323"/>
            <ac:spMk id="4" creationId="{C67BBE68-EB48-3FA8-5600-9B2CD0BC5AFF}"/>
          </ac:spMkLst>
        </pc:spChg>
        <pc:spChg chg="mod">
          <ac:chgData name="Toby Donaldson" userId="2e6e5431-bb17-4c41-9985-d39c50d83c73" providerId="ADAL" clId="{7F9681A8-EEE2-56F4-9B39-ECCBEE0471AC}" dt="2026-01-17T03:39:10.432" v="12650" actId="14100"/>
          <ac:spMkLst>
            <pc:docMk/>
            <pc:sldMk cId="2310650764" sldId="323"/>
            <ac:spMk id="5" creationId="{C4393DCF-4F0F-023F-186D-B75A77705883}"/>
          </ac:spMkLst>
        </pc:spChg>
        <pc:spChg chg="mod">
          <ac:chgData name="Toby Donaldson" userId="2e6e5431-bb17-4c41-9985-d39c50d83c73" providerId="ADAL" clId="{7F9681A8-EEE2-56F4-9B39-ECCBEE0471AC}" dt="2026-01-17T03:36:36.740" v="12492" actId="12"/>
          <ac:spMkLst>
            <pc:docMk/>
            <pc:sldMk cId="2310650764" sldId="323"/>
            <ac:spMk id="6" creationId="{7DE581C3-0EA2-A1F7-A259-06A0F61E4D52}"/>
          </ac:spMkLst>
        </pc:spChg>
        <pc:spChg chg="add mod">
          <ac:chgData name="Toby Donaldson" userId="2e6e5431-bb17-4c41-9985-d39c50d83c73" providerId="ADAL" clId="{7F9681A8-EEE2-56F4-9B39-ECCBEE0471AC}" dt="2026-01-17T03:36:55.572" v="12494" actId="1076"/>
          <ac:spMkLst>
            <pc:docMk/>
            <pc:sldMk cId="2310650764" sldId="323"/>
            <ac:spMk id="7" creationId="{193C1099-2C08-E00D-2D29-39B3F9E60EC9}"/>
          </ac:spMkLst>
        </pc:spChg>
        <pc:spChg chg="add mod">
          <ac:chgData name="Toby Donaldson" userId="2e6e5431-bb17-4c41-9985-d39c50d83c73" providerId="ADAL" clId="{7F9681A8-EEE2-56F4-9B39-ECCBEE0471AC}" dt="2026-01-17T03:36:55.572" v="12494" actId="1076"/>
          <ac:spMkLst>
            <pc:docMk/>
            <pc:sldMk cId="2310650764" sldId="323"/>
            <ac:spMk id="8" creationId="{75A74488-B0B3-D22A-5820-19614FA6945F}"/>
          </ac:spMkLst>
        </pc:spChg>
        <pc:spChg chg="add mod">
          <ac:chgData name="Toby Donaldson" userId="2e6e5431-bb17-4c41-9985-d39c50d83c73" providerId="ADAL" clId="{7F9681A8-EEE2-56F4-9B39-ECCBEE0471AC}" dt="2026-01-17T03:37:22.650" v="12499" actId="1076"/>
          <ac:spMkLst>
            <pc:docMk/>
            <pc:sldMk cId="2310650764" sldId="323"/>
            <ac:spMk id="13" creationId="{0656E808-0807-D354-D177-920A7565CDC1}"/>
          </ac:spMkLst>
        </pc:spChg>
        <pc:spChg chg="add mod">
          <ac:chgData name="Toby Donaldson" userId="2e6e5431-bb17-4c41-9985-d39c50d83c73" providerId="ADAL" clId="{7F9681A8-EEE2-56F4-9B39-ECCBEE0471AC}" dt="2026-01-17T03:37:22.650" v="12499" actId="1076"/>
          <ac:spMkLst>
            <pc:docMk/>
            <pc:sldMk cId="2310650764" sldId="323"/>
            <ac:spMk id="14" creationId="{6FC7C6F4-2EB9-30AD-6FA6-931B9C4AEB58}"/>
          </ac:spMkLst>
        </pc:spChg>
        <pc:spChg chg="add mod">
          <ac:chgData name="Toby Donaldson" userId="2e6e5431-bb17-4c41-9985-d39c50d83c73" providerId="ADAL" clId="{7F9681A8-EEE2-56F4-9B39-ECCBEE0471AC}" dt="2026-01-17T03:44:21.654" v="13205" actId="2711"/>
          <ac:spMkLst>
            <pc:docMk/>
            <pc:sldMk cId="2310650764" sldId="323"/>
            <ac:spMk id="19" creationId="{FD53512F-702E-0043-C4C6-02EC23A6CA6B}"/>
          </ac:spMkLst>
        </pc:spChg>
        <pc:spChg chg="add mod">
          <ac:chgData name="Toby Donaldson" userId="2e6e5431-bb17-4c41-9985-d39c50d83c73" providerId="ADAL" clId="{7F9681A8-EEE2-56F4-9B39-ECCBEE0471AC}" dt="2026-01-19T04:40:21.569" v="15707" actId="20577"/>
          <ac:spMkLst>
            <pc:docMk/>
            <pc:sldMk cId="2310650764" sldId="323"/>
            <ac:spMk id="21" creationId="{961F0D7F-D212-E122-FD94-ED5EAFAD581D}"/>
          </ac:spMkLst>
        </pc:spChg>
        <pc:grpChg chg="add mod">
          <ac:chgData name="Toby Donaldson" userId="2e6e5431-bb17-4c41-9985-d39c50d83c73" providerId="ADAL" clId="{7F9681A8-EEE2-56F4-9B39-ECCBEE0471AC}" dt="2026-01-17T03:36:55.572" v="12494" actId="1076"/>
          <ac:grpSpMkLst>
            <pc:docMk/>
            <pc:sldMk cId="2310650764" sldId="323"/>
            <ac:grpSpMk id="10" creationId="{A8936908-7A68-009D-2489-D5C6FC882900}"/>
          </ac:grpSpMkLst>
        </pc:grpChg>
        <pc:grpChg chg="add mod">
          <ac:chgData name="Toby Donaldson" userId="2e6e5431-bb17-4c41-9985-d39c50d83c73" providerId="ADAL" clId="{7F9681A8-EEE2-56F4-9B39-ECCBEE0471AC}" dt="2026-01-17T03:37:22.650" v="12499" actId="1076"/>
          <ac:grpSpMkLst>
            <pc:docMk/>
            <pc:sldMk cId="2310650764" sldId="323"/>
            <ac:grpSpMk id="16" creationId="{4CC5B0EF-FCC1-1DC6-544A-9F7008337CCC}"/>
          </ac:grpSpMkLst>
        </pc:grpChg>
        <pc:cxnChg chg="add mod">
          <ac:chgData name="Toby Donaldson" userId="2e6e5431-bb17-4c41-9985-d39c50d83c73" providerId="ADAL" clId="{7F9681A8-EEE2-56F4-9B39-ECCBEE0471AC}" dt="2026-01-17T03:36:55.572" v="12494" actId="1076"/>
          <ac:cxnSpMkLst>
            <pc:docMk/>
            <pc:sldMk cId="2310650764" sldId="323"/>
            <ac:cxnSpMk id="9" creationId="{310E4E63-BE12-FD10-F3AB-99FDB73AF829}"/>
          </ac:cxnSpMkLst>
        </pc:cxnChg>
        <pc:cxnChg chg="mod">
          <ac:chgData name="Toby Donaldson" userId="2e6e5431-bb17-4c41-9985-d39c50d83c73" providerId="ADAL" clId="{7F9681A8-EEE2-56F4-9B39-ECCBEE0471AC}" dt="2026-01-17T03:36:50.093" v="12493"/>
          <ac:cxnSpMkLst>
            <pc:docMk/>
            <pc:sldMk cId="2310650764" sldId="323"/>
            <ac:cxnSpMk id="11" creationId="{21B474D9-3AD8-70C6-877C-E74072DB9118}"/>
          </ac:cxnSpMkLst>
        </pc:cxnChg>
        <pc:cxnChg chg="mod">
          <ac:chgData name="Toby Donaldson" userId="2e6e5431-bb17-4c41-9985-d39c50d83c73" providerId="ADAL" clId="{7F9681A8-EEE2-56F4-9B39-ECCBEE0471AC}" dt="2026-01-17T03:36:50.093" v="12493"/>
          <ac:cxnSpMkLst>
            <pc:docMk/>
            <pc:sldMk cId="2310650764" sldId="323"/>
            <ac:cxnSpMk id="12" creationId="{4ED29DAD-7C45-81A7-D522-5EF47C1E623C}"/>
          </ac:cxnSpMkLst>
        </pc:cxnChg>
        <pc:cxnChg chg="add mod">
          <ac:chgData name="Toby Donaldson" userId="2e6e5431-bb17-4c41-9985-d39c50d83c73" providerId="ADAL" clId="{7F9681A8-EEE2-56F4-9B39-ECCBEE0471AC}" dt="2026-01-17T03:37:22.650" v="12499" actId="1076"/>
          <ac:cxnSpMkLst>
            <pc:docMk/>
            <pc:sldMk cId="2310650764" sldId="323"/>
            <ac:cxnSpMk id="15" creationId="{BC17FF41-12A5-E674-639D-D009936E3CFA}"/>
          </ac:cxnSpMkLst>
        </pc:cxnChg>
        <pc:cxnChg chg="mod">
          <ac:chgData name="Toby Donaldson" userId="2e6e5431-bb17-4c41-9985-d39c50d83c73" providerId="ADAL" clId="{7F9681A8-EEE2-56F4-9B39-ECCBEE0471AC}" dt="2026-01-17T03:37:02.461" v="12495"/>
          <ac:cxnSpMkLst>
            <pc:docMk/>
            <pc:sldMk cId="2310650764" sldId="323"/>
            <ac:cxnSpMk id="17" creationId="{27C78F65-BB70-1BD9-31EF-45F82E213248}"/>
          </ac:cxnSpMkLst>
        </pc:cxnChg>
        <pc:cxnChg chg="mod">
          <ac:chgData name="Toby Donaldson" userId="2e6e5431-bb17-4c41-9985-d39c50d83c73" providerId="ADAL" clId="{7F9681A8-EEE2-56F4-9B39-ECCBEE0471AC}" dt="2026-01-17T03:37:02.461" v="12495"/>
          <ac:cxnSpMkLst>
            <pc:docMk/>
            <pc:sldMk cId="2310650764" sldId="323"/>
            <ac:cxnSpMk id="18" creationId="{BAE6BB41-9F11-A014-2B2E-52CB5C37A99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4:37:22.359" v="15666" actId="21"/>
        <pc:sldMkLst>
          <pc:docMk/>
          <pc:sldMk cId="1895813525" sldId="324"/>
        </pc:sldMkLst>
        <pc:spChg chg="mod">
          <ac:chgData name="Toby Donaldson" userId="2e6e5431-bb17-4c41-9985-d39c50d83c73" providerId="ADAL" clId="{7F9681A8-EEE2-56F4-9B39-ECCBEE0471AC}" dt="2026-01-17T03:41:20.657" v="12850" actId="113"/>
          <ac:spMkLst>
            <pc:docMk/>
            <pc:sldMk cId="1895813525" sldId="324"/>
            <ac:spMk id="19" creationId="{91E118C3-1EB0-20BF-F23F-CC225D7AB205}"/>
          </ac:spMkLst>
        </pc:spChg>
        <pc:picChg chg="add del mod">
          <ac:chgData name="Toby Donaldson" userId="2e6e5431-bb17-4c41-9985-d39c50d83c73" providerId="ADAL" clId="{7F9681A8-EEE2-56F4-9B39-ECCBEE0471AC}" dt="2026-01-19T04:37:22.359" v="15666" actId="21"/>
          <ac:picMkLst>
            <pc:docMk/>
            <pc:sldMk cId="1895813525" sldId="324"/>
            <ac:picMk id="1026" creationId="{F4934EBB-7781-DC78-1AD7-99F9643DBDCD}"/>
          </ac:picMkLst>
        </pc:picChg>
      </pc:sldChg>
      <pc:sldChg chg="modSp new mod">
        <pc:chgData name="Toby Donaldson" userId="2e6e5431-bb17-4c41-9985-d39c50d83c73" providerId="ADAL" clId="{7F9681A8-EEE2-56F4-9B39-ECCBEE0471AC}" dt="2026-01-17T03:49:35.188" v="13876" actId="2711"/>
        <pc:sldMkLst>
          <pc:docMk/>
          <pc:sldMk cId="4192280691" sldId="326"/>
        </pc:sldMkLst>
        <pc:spChg chg="mod">
          <ac:chgData name="Toby Donaldson" userId="2e6e5431-bb17-4c41-9985-d39c50d83c73" providerId="ADAL" clId="{7F9681A8-EEE2-56F4-9B39-ECCBEE0471AC}" dt="2026-01-17T03:47:26.094" v="13386" actId="20577"/>
          <ac:spMkLst>
            <pc:docMk/>
            <pc:sldMk cId="4192280691" sldId="326"/>
            <ac:spMk id="2" creationId="{A8E84D0D-DDA8-E499-AEBE-110CDEC93208}"/>
          </ac:spMkLst>
        </pc:spChg>
        <pc:spChg chg="mod">
          <ac:chgData name="Toby Donaldson" userId="2e6e5431-bb17-4c41-9985-d39c50d83c73" providerId="ADAL" clId="{7F9681A8-EEE2-56F4-9B39-ECCBEE0471AC}" dt="2026-01-17T03:49:35.188" v="13876" actId="2711"/>
          <ac:spMkLst>
            <pc:docMk/>
            <pc:sldMk cId="4192280691" sldId="326"/>
            <ac:spMk id="3" creationId="{797BEB01-7E18-0A88-CADC-70985DEE4C59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7T19:11:22.723" v="14860"/>
        <pc:sldMkLst>
          <pc:docMk/>
          <pc:sldMk cId="1874645371" sldId="327"/>
        </pc:sldMkLst>
        <pc:spChg chg="mod">
          <ac:chgData name="Toby Donaldson" userId="2e6e5431-bb17-4c41-9985-d39c50d83c73" providerId="ADAL" clId="{7F9681A8-EEE2-56F4-9B39-ECCBEE0471AC}" dt="2026-01-17T18:35:08.120" v="13916" actId="1076"/>
          <ac:spMkLst>
            <pc:docMk/>
            <pc:sldMk cId="1874645371" sldId="327"/>
            <ac:spMk id="2" creationId="{9591EA70-BCE7-8D44-DA1F-093C3D2A29C4}"/>
          </ac:spMkLst>
        </pc:spChg>
        <pc:spChg chg="add mod">
          <ac:chgData name="Toby Donaldson" userId="2e6e5431-bb17-4c41-9985-d39c50d83c73" providerId="ADAL" clId="{7F9681A8-EEE2-56F4-9B39-ECCBEE0471AC}" dt="2026-01-17T18:45:23.765" v="14049" actId="20577"/>
          <ac:spMkLst>
            <pc:docMk/>
            <pc:sldMk cId="1874645371" sldId="327"/>
            <ac:spMk id="4" creationId="{4BD1758F-82C6-FAFB-5887-422F793F2878}"/>
          </ac:spMkLst>
        </pc:spChg>
        <pc:spChg chg="add mod topLvl">
          <ac:chgData name="Toby Donaldson" userId="2e6e5431-bb17-4c41-9985-d39c50d83c73" providerId="ADAL" clId="{7F9681A8-EEE2-56F4-9B39-ECCBEE0471AC}" dt="2026-01-17T18:43:04.419" v="13997" actId="164"/>
          <ac:spMkLst>
            <pc:docMk/>
            <pc:sldMk cId="1874645371" sldId="327"/>
            <ac:spMk id="5" creationId="{4E620A82-0012-2A90-F8A8-52B596F37915}"/>
          </ac:spMkLst>
        </pc:spChg>
        <pc:spChg chg="add mod topLvl">
          <ac:chgData name="Toby Donaldson" userId="2e6e5431-bb17-4c41-9985-d39c50d83c73" providerId="ADAL" clId="{7F9681A8-EEE2-56F4-9B39-ECCBEE0471AC}" dt="2026-01-17T18:43:04.419" v="13997" actId="164"/>
          <ac:spMkLst>
            <pc:docMk/>
            <pc:sldMk cId="1874645371" sldId="327"/>
            <ac:spMk id="6" creationId="{EF961881-6ED6-7B65-CC29-B00758AAFA1A}"/>
          </ac:spMkLst>
        </pc:spChg>
        <pc:spChg chg="add mod topLvl">
          <ac:chgData name="Toby Donaldson" userId="2e6e5431-bb17-4c41-9985-d39c50d83c73" providerId="ADAL" clId="{7F9681A8-EEE2-56F4-9B39-ECCBEE0471AC}" dt="2026-01-17T18:43:04.419" v="13997" actId="164"/>
          <ac:spMkLst>
            <pc:docMk/>
            <pc:sldMk cId="1874645371" sldId="327"/>
            <ac:spMk id="9" creationId="{9EF65836-FA85-11AC-A987-1EA1C5B7C716}"/>
          </ac:spMkLst>
        </pc:spChg>
        <pc:spChg chg="mod topLvl">
          <ac:chgData name="Toby Donaldson" userId="2e6e5431-bb17-4c41-9985-d39c50d83c73" providerId="ADAL" clId="{7F9681A8-EEE2-56F4-9B39-ECCBEE0471AC}" dt="2026-01-17T18:43:12.920" v="13998" actId="164"/>
          <ac:spMkLst>
            <pc:docMk/>
            <pc:sldMk cId="1874645371" sldId="327"/>
            <ac:spMk id="13" creationId="{72D24C89-6E76-A3C2-A660-82E4ACABE894}"/>
          </ac:spMkLst>
        </pc:spChg>
        <pc:spChg chg="mod topLvl">
          <ac:chgData name="Toby Donaldson" userId="2e6e5431-bb17-4c41-9985-d39c50d83c73" providerId="ADAL" clId="{7F9681A8-EEE2-56F4-9B39-ECCBEE0471AC}" dt="2026-01-17T18:43:12.920" v="13998" actId="164"/>
          <ac:spMkLst>
            <pc:docMk/>
            <pc:sldMk cId="1874645371" sldId="327"/>
            <ac:spMk id="14" creationId="{F0762FF1-BC5F-855A-A9F5-E3B09C0ABD9B}"/>
          </ac:spMkLst>
        </pc:spChg>
        <pc:spChg chg="mod topLvl">
          <ac:chgData name="Toby Donaldson" userId="2e6e5431-bb17-4c41-9985-d39c50d83c73" providerId="ADAL" clId="{7F9681A8-EEE2-56F4-9B39-ECCBEE0471AC}" dt="2026-01-17T18:43:12.920" v="13998" actId="164"/>
          <ac:spMkLst>
            <pc:docMk/>
            <pc:sldMk cId="1874645371" sldId="327"/>
            <ac:spMk id="15" creationId="{2B3CBE5C-F3CA-87EF-6CCA-134B2B098ABA}"/>
          </ac:spMkLst>
        </pc:spChg>
        <pc:spChg chg="mod topLvl">
          <ac:chgData name="Toby Donaldson" userId="2e6e5431-bb17-4c41-9985-d39c50d83c73" providerId="ADAL" clId="{7F9681A8-EEE2-56F4-9B39-ECCBEE0471AC}" dt="2026-01-17T18:43:18.107" v="13999" actId="164"/>
          <ac:spMkLst>
            <pc:docMk/>
            <pc:sldMk cId="1874645371" sldId="327"/>
            <ac:spMk id="18" creationId="{96BAAE3A-6290-78B1-10F2-FC06A5A17ADF}"/>
          </ac:spMkLst>
        </pc:spChg>
        <pc:spChg chg="mod topLvl">
          <ac:chgData name="Toby Donaldson" userId="2e6e5431-bb17-4c41-9985-d39c50d83c73" providerId="ADAL" clId="{7F9681A8-EEE2-56F4-9B39-ECCBEE0471AC}" dt="2026-01-17T18:43:18.107" v="13999" actId="164"/>
          <ac:spMkLst>
            <pc:docMk/>
            <pc:sldMk cId="1874645371" sldId="327"/>
            <ac:spMk id="19" creationId="{8FB082F6-F15E-F511-BA24-635BF9501155}"/>
          </ac:spMkLst>
        </pc:spChg>
        <pc:spChg chg="mod topLvl">
          <ac:chgData name="Toby Donaldson" userId="2e6e5431-bb17-4c41-9985-d39c50d83c73" providerId="ADAL" clId="{7F9681A8-EEE2-56F4-9B39-ECCBEE0471AC}" dt="2026-01-17T18:43:18.107" v="13999" actId="164"/>
          <ac:spMkLst>
            <pc:docMk/>
            <pc:sldMk cId="1874645371" sldId="327"/>
            <ac:spMk id="20" creationId="{2DDC760D-AF2D-C62C-3EC3-B1969A414F7D}"/>
          </ac:spMkLst>
        </pc:spChg>
        <pc:spChg chg="mod topLvl">
          <ac:chgData name="Toby Donaldson" userId="2e6e5431-bb17-4c41-9985-d39c50d83c73" providerId="ADAL" clId="{7F9681A8-EEE2-56F4-9B39-ECCBEE0471AC}" dt="2026-01-17T18:43:23.004" v="14000" actId="164"/>
          <ac:spMkLst>
            <pc:docMk/>
            <pc:sldMk cId="1874645371" sldId="327"/>
            <ac:spMk id="23" creationId="{D21B9CAC-5073-2C94-B724-FF4C7FCD1B39}"/>
          </ac:spMkLst>
        </pc:spChg>
        <pc:spChg chg="mod topLvl">
          <ac:chgData name="Toby Donaldson" userId="2e6e5431-bb17-4c41-9985-d39c50d83c73" providerId="ADAL" clId="{7F9681A8-EEE2-56F4-9B39-ECCBEE0471AC}" dt="2026-01-17T18:43:23.004" v="14000" actId="164"/>
          <ac:spMkLst>
            <pc:docMk/>
            <pc:sldMk cId="1874645371" sldId="327"/>
            <ac:spMk id="24" creationId="{BBB3E7EB-7AF2-F5C4-EB2B-5A5ACB2B6501}"/>
          </ac:spMkLst>
        </pc:spChg>
        <pc:spChg chg="mod topLvl">
          <ac:chgData name="Toby Donaldson" userId="2e6e5431-bb17-4c41-9985-d39c50d83c73" providerId="ADAL" clId="{7F9681A8-EEE2-56F4-9B39-ECCBEE0471AC}" dt="2026-01-17T18:43:23.004" v="14000" actId="164"/>
          <ac:spMkLst>
            <pc:docMk/>
            <pc:sldMk cId="1874645371" sldId="327"/>
            <ac:spMk id="25" creationId="{23C88F03-62D1-2FFE-77A4-5D02E0EF40EE}"/>
          </ac:spMkLst>
        </pc:spChg>
        <pc:spChg chg="mod">
          <ac:chgData name="Toby Donaldson" userId="2e6e5431-bb17-4c41-9985-d39c50d83c73" providerId="ADAL" clId="{7F9681A8-EEE2-56F4-9B39-ECCBEE0471AC}" dt="2026-01-17T18:43:27.866" v="14001" actId="164"/>
          <ac:spMkLst>
            <pc:docMk/>
            <pc:sldMk cId="1874645371" sldId="327"/>
            <ac:spMk id="28" creationId="{B0A6B7BF-909D-FE7B-2379-5307ABDDC021}"/>
          </ac:spMkLst>
        </pc:spChg>
        <pc:spChg chg="mod topLvl">
          <ac:chgData name="Toby Donaldson" userId="2e6e5431-bb17-4c41-9985-d39c50d83c73" providerId="ADAL" clId="{7F9681A8-EEE2-56F4-9B39-ECCBEE0471AC}" dt="2026-01-17T18:43:27.866" v="14001" actId="164"/>
          <ac:spMkLst>
            <pc:docMk/>
            <pc:sldMk cId="1874645371" sldId="327"/>
            <ac:spMk id="29" creationId="{FA2681AF-C6DC-C4F4-DD4E-2EEB254C288C}"/>
          </ac:spMkLst>
        </pc:spChg>
        <pc:spChg chg="mod topLvl">
          <ac:chgData name="Toby Donaldson" userId="2e6e5431-bb17-4c41-9985-d39c50d83c73" providerId="ADAL" clId="{7F9681A8-EEE2-56F4-9B39-ECCBEE0471AC}" dt="2026-01-17T18:43:27.866" v="14001" actId="164"/>
          <ac:spMkLst>
            <pc:docMk/>
            <pc:sldMk cId="1874645371" sldId="327"/>
            <ac:spMk id="30" creationId="{FAAC493F-F43F-AA68-B2AD-6A06EB0F5055}"/>
          </ac:spMkLst>
        </pc:spChg>
        <pc:spChg chg="add mod">
          <ac:chgData name="Toby Donaldson" userId="2e6e5431-bb17-4c41-9985-d39c50d83c73" providerId="ADAL" clId="{7F9681A8-EEE2-56F4-9B39-ECCBEE0471AC}" dt="2026-01-17T18:43:59.221" v="14032" actId="1076"/>
          <ac:spMkLst>
            <pc:docMk/>
            <pc:sldMk cId="1874645371" sldId="327"/>
            <ac:spMk id="40" creationId="{A1B2BA76-6544-E389-804D-5E456F0FD023}"/>
          </ac:spMkLst>
        </pc:spChg>
        <pc:spChg chg="add mod">
          <ac:chgData name="Toby Donaldson" userId="2e6e5431-bb17-4c41-9985-d39c50d83c73" providerId="ADAL" clId="{7F9681A8-EEE2-56F4-9B39-ECCBEE0471AC}" dt="2026-01-17T18:50:16.690" v="14162" actId="1076"/>
          <ac:spMkLst>
            <pc:docMk/>
            <pc:sldMk cId="1874645371" sldId="327"/>
            <ac:spMk id="49" creationId="{58DA28BF-F3A4-7C4F-5A47-DB7461EACDDF}"/>
          </ac:spMkLst>
        </pc:spChg>
        <pc:spChg chg="add mod">
          <ac:chgData name="Toby Donaldson" userId="2e6e5431-bb17-4c41-9985-d39c50d83c73" providerId="ADAL" clId="{7F9681A8-EEE2-56F4-9B39-ECCBEE0471AC}" dt="2026-01-17T18:50:13.313" v="14161" actId="1076"/>
          <ac:spMkLst>
            <pc:docMk/>
            <pc:sldMk cId="1874645371" sldId="327"/>
            <ac:spMk id="50" creationId="{F2849DD3-1657-F240-DBB3-A0770597BE20}"/>
          </ac:spMkLst>
        </pc:spChg>
        <pc:spChg chg="add mod">
          <ac:chgData name="Toby Donaldson" userId="2e6e5431-bb17-4c41-9985-d39c50d83c73" providerId="ADAL" clId="{7F9681A8-EEE2-56F4-9B39-ECCBEE0471AC}" dt="2026-01-17T18:50:58.925" v="14215" actId="14100"/>
          <ac:spMkLst>
            <pc:docMk/>
            <pc:sldMk cId="1874645371" sldId="327"/>
            <ac:spMk id="51" creationId="{400BA624-1A66-AD54-7B22-4124D56B432C}"/>
          </ac:spMkLst>
        </pc:spChg>
        <pc:spChg chg="add mod">
          <ac:chgData name="Toby Donaldson" userId="2e6e5431-bb17-4c41-9985-d39c50d83c73" providerId="ADAL" clId="{7F9681A8-EEE2-56F4-9B39-ECCBEE0471AC}" dt="2026-01-17T19:11:22.723" v="14860"/>
          <ac:spMkLst>
            <pc:docMk/>
            <pc:sldMk cId="1874645371" sldId="327"/>
            <ac:spMk id="57" creationId="{79D1C151-C367-4839-043D-2F320A7B13C6}"/>
          </ac:spMkLst>
        </pc:s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4" creationId="{8DB4DB5B-D76E-3934-C79B-78299858BD26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5" creationId="{77A85157-A541-B97F-48AD-7580F3593244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6" creationId="{F8CEB773-68E7-087C-7598-20AA429525AD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7" creationId="{EB25E5A8-8488-5B0A-A7FC-40038CCA3DF0}"/>
          </ac:grpSpMkLst>
        </pc:grpChg>
        <pc:grpChg chg="add mod">
          <ac:chgData name="Toby Donaldson" userId="2e6e5431-bb17-4c41-9985-d39c50d83c73" providerId="ADAL" clId="{7F9681A8-EEE2-56F4-9B39-ECCBEE0471AC}" dt="2026-01-17T18:43:32.869" v="14002" actId="164"/>
          <ac:grpSpMkLst>
            <pc:docMk/>
            <pc:sldMk cId="1874645371" sldId="327"/>
            <ac:grpSpMk id="38" creationId="{2CA94036-4583-FB79-1B7B-3B8BBDC82660}"/>
          </ac:grpSpMkLst>
        </pc:grpChg>
        <pc:grpChg chg="add mod">
          <ac:chgData name="Toby Donaldson" userId="2e6e5431-bb17-4c41-9985-d39c50d83c73" providerId="ADAL" clId="{7F9681A8-EEE2-56F4-9B39-ECCBEE0471AC}" dt="2026-01-17T18:47:41.525" v="14076" actId="1076"/>
          <ac:grpSpMkLst>
            <pc:docMk/>
            <pc:sldMk cId="1874645371" sldId="327"/>
            <ac:grpSpMk id="39" creationId="{B7E4F48D-093F-2E92-18E9-F88BCA779094}"/>
          </ac:grpSpMkLst>
        </pc:grpChg>
        <pc:cxnChg chg="add mod">
          <ac:chgData name="Toby Donaldson" userId="2e6e5431-bb17-4c41-9985-d39c50d83c73" providerId="ADAL" clId="{7F9681A8-EEE2-56F4-9B39-ECCBEE0471AC}" dt="2026-01-17T18:51:11.980" v="14218" actId="14100"/>
          <ac:cxnSpMkLst>
            <pc:docMk/>
            <pc:sldMk cId="1874645371" sldId="327"/>
            <ac:cxnSpMk id="52" creationId="{A56282BB-B3CC-79E5-33A9-CEC311D0BDCD}"/>
          </ac:cxnSpMkLst>
        </pc:cxnChg>
        <pc:cxnChg chg="add mod">
          <ac:chgData name="Toby Donaldson" userId="2e6e5431-bb17-4c41-9985-d39c50d83c73" providerId="ADAL" clId="{7F9681A8-EEE2-56F4-9B39-ECCBEE0471AC}" dt="2026-01-17T19:11:22.723" v="14860"/>
          <ac:cxnSpMkLst>
            <pc:docMk/>
            <pc:sldMk cId="1874645371" sldId="327"/>
            <ac:cxnSpMk id="58" creationId="{EE1A70CB-A4DD-8887-7C99-E5634F0615FC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19:21:42.330" v="15291" actId="21"/>
        <pc:sldMkLst>
          <pc:docMk/>
          <pc:sldMk cId="724494554" sldId="328"/>
        </pc:sldMkLst>
        <pc:spChg chg="mod">
          <ac:chgData name="Toby Donaldson" userId="2e6e5431-bb17-4c41-9985-d39c50d83c73" providerId="ADAL" clId="{7F9681A8-EEE2-56F4-9B39-ECCBEE0471AC}" dt="2026-01-17T18:58:26.105" v="14497" actId="20577"/>
          <ac:spMkLst>
            <pc:docMk/>
            <pc:sldMk cId="724494554" sldId="328"/>
            <ac:spMk id="4" creationId="{187810EE-B88B-B7C3-F75E-8DE86794F635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5" creationId="{FCABB0B0-D400-F9CA-60A0-CFC9AAF9722A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6" creationId="{6708B64B-BCF3-7C16-E0C9-895A857FB8ED}"/>
          </ac:spMkLst>
        </pc:spChg>
        <pc:spChg chg="add mod">
          <ac:chgData name="Toby Donaldson" userId="2e6e5431-bb17-4c41-9985-d39c50d83c73" providerId="ADAL" clId="{7F9681A8-EEE2-56F4-9B39-ECCBEE0471AC}" dt="2026-01-17T18:59:29.122" v="14620" actId="14100"/>
          <ac:spMkLst>
            <pc:docMk/>
            <pc:sldMk cId="724494554" sldId="328"/>
            <ac:spMk id="7" creationId="{28BAC48D-6732-3A7A-1285-D3068456B4F2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9" creationId="{3C3DFD9F-E479-ED54-418E-AFBF7859B618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3" creationId="{2D375F38-5681-8096-C49F-31BA9872DDE4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5" creationId="{D00C14EB-FCBA-E0B2-17CA-96B2DEF767A2}"/>
          </ac:spMkLst>
        </pc:spChg>
        <pc:spChg chg="add mod">
          <ac:chgData name="Toby Donaldson" userId="2e6e5431-bb17-4c41-9985-d39c50d83c73" providerId="ADAL" clId="{7F9681A8-EEE2-56F4-9B39-ECCBEE0471AC}" dt="2026-01-17T19:13:30.325" v="14958" actId="554"/>
          <ac:spMkLst>
            <pc:docMk/>
            <pc:sldMk cId="724494554" sldId="328"/>
            <ac:spMk id="17" creationId="{0D2EB2CB-13AC-1D56-5E32-794222DA2331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8" creationId="{ADDCE7CC-3956-D592-7B02-80EFFBBA1AB4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19" creationId="{CB8518EC-F3DD-9AA7-3026-D0BC3880A642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28" creationId="{B739A9A3-39A2-7C69-0A9D-575720DAB301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29" creationId="{36C86E99-495F-7DF2-12AC-A70EAC9C0616}"/>
          </ac:spMkLst>
        </pc:spChg>
        <pc:spChg chg="mod">
          <ac:chgData name="Toby Donaldson" userId="2e6e5431-bb17-4c41-9985-d39c50d83c73" providerId="ADAL" clId="{7F9681A8-EEE2-56F4-9B39-ECCBEE0471AC}" dt="2026-01-17T19:08:40.458" v="14834" actId="165"/>
          <ac:spMkLst>
            <pc:docMk/>
            <pc:sldMk cId="724494554" sldId="328"/>
            <ac:spMk id="30" creationId="{6919A3DA-6AE1-CECD-4566-5EA5CA0BF342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1" creationId="{43CD8006-5934-C9B2-F652-DA1B513B2F73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2" creationId="{E5E44D16-CEF3-E608-B68C-124E69B49CB9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3" creationId="{24A1F2E1-E929-C795-6ED9-CC17ACD29AD5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4" creationId="{80BC651F-40AC-2846-BDA3-88DDD346AAF3}"/>
          </ac:spMkLst>
        </pc:spChg>
        <pc:spChg chg="mod">
          <ac:chgData name="Toby Donaldson" userId="2e6e5431-bb17-4c41-9985-d39c50d83c73" providerId="ADAL" clId="{7F9681A8-EEE2-56F4-9B39-ECCBEE0471AC}" dt="2026-01-17T19:09:26.057" v="14838" actId="555"/>
          <ac:spMkLst>
            <pc:docMk/>
            <pc:sldMk cId="724494554" sldId="328"/>
            <ac:spMk id="45" creationId="{55B68AE9-070E-4CD4-D1BF-8542A124DCE7}"/>
          </ac:spMkLst>
        </pc:spChg>
        <pc:spChg chg="mod">
          <ac:chgData name="Toby Donaldson" userId="2e6e5431-bb17-4c41-9985-d39c50d83c73" providerId="ADAL" clId="{7F9681A8-EEE2-56F4-9B39-ECCBEE0471AC}" dt="2026-01-17T19:06:53.223" v="14808" actId="1076"/>
          <ac:spMkLst>
            <pc:docMk/>
            <pc:sldMk cId="724494554" sldId="328"/>
            <ac:spMk id="46" creationId="{72DA584B-A520-AC3E-CC7E-7D120B067A3E}"/>
          </ac:spMkLst>
        </pc:spChg>
        <pc:spChg chg="mod">
          <ac:chgData name="Toby Donaldson" userId="2e6e5431-bb17-4c41-9985-d39c50d83c73" providerId="ADAL" clId="{7F9681A8-EEE2-56F4-9B39-ECCBEE0471AC}" dt="2026-01-17T19:10:58.919" v="14856" actId="20577"/>
          <ac:spMkLst>
            <pc:docMk/>
            <pc:sldMk cId="724494554" sldId="328"/>
            <ac:spMk id="47" creationId="{BC77D549-EC5A-9AA9-D7C0-1A543F7BBD1B}"/>
          </ac:spMkLst>
        </pc:spChg>
        <pc:spChg chg="mod">
          <ac:chgData name="Toby Donaldson" userId="2e6e5431-bb17-4c41-9985-d39c50d83c73" providerId="ADAL" clId="{7F9681A8-EEE2-56F4-9B39-ECCBEE0471AC}" dt="2026-01-17T19:13:30.325" v="14958" actId="554"/>
          <ac:spMkLst>
            <pc:docMk/>
            <pc:sldMk cId="724494554" sldId="328"/>
            <ac:spMk id="49" creationId="{5D08064B-3B1B-63C5-A467-4EC00060FB77}"/>
          </ac:spMkLst>
        </pc:spChg>
        <pc:spChg chg="mod">
          <ac:chgData name="Toby Donaldson" userId="2e6e5431-bb17-4c41-9985-d39c50d83c73" providerId="ADAL" clId="{7F9681A8-EEE2-56F4-9B39-ECCBEE0471AC}" dt="2026-01-17T19:10:00.488" v="14845" actId="207"/>
          <ac:spMkLst>
            <pc:docMk/>
            <pc:sldMk cId="724494554" sldId="328"/>
            <ac:spMk id="53" creationId="{C39C5CF1-E8CE-8543-F68C-CBF6A8DDB630}"/>
          </ac:spMkLst>
        </pc:spChg>
        <pc:spChg chg="mod">
          <ac:chgData name="Toby Donaldson" userId="2e6e5431-bb17-4c41-9985-d39c50d83c73" providerId="ADAL" clId="{7F9681A8-EEE2-56F4-9B39-ECCBEE0471AC}" dt="2026-01-17T19:10:19.516" v="14848" actId="692"/>
          <ac:spMkLst>
            <pc:docMk/>
            <pc:sldMk cId="724494554" sldId="328"/>
            <ac:spMk id="54" creationId="{16F66FD3-4E19-CCA8-8ED3-F00C66FA62C1}"/>
          </ac:spMkLst>
        </pc:spChg>
        <pc:spChg chg="mod">
          <ac:chgData name="Toby Donaldson" userId="2e6e5431-bb17-4c41-9985-d39c50d83c73" providerId="ADAL" clId="{7F9681A8-EEE2-56F4-9B39-ECCBEE0471AC}" dt="2026-01-17T19:10:55.461" v="14855" actId="20577"/>
          <ac:spMkLst>
            <pc:docMk/>
            <pc:sldMk cId="724494554" sldId="328"/>
            <ac:spMk id="61" creationId="{E24D5746-7D22-3016-1EAC-E513015FBE7A}"/>
          </ac:spMkLst>
        </pc:spChg>
        <pc:spChg chg="mod">
          <ac:chgData name="Toby Donaldson" userId="2e6e5431-bb17-4c41-9985-d39c50d83c73" providerId="ADAL" clId="{7F9681A8-EEE2-56F4-9B39-ECCBEE0471AC}" dt="2026-01-17T19:10:51.699" v="14854" actId="20577"/>
          <ac:spMkLst>
            <pc:docMk/>
            <pc:sldMk cId="724494554" sldId="328"/>
            <ac:spMk id="62" creationId="{B28607CB-A654-9317-126C-DA0A305C0886}"/>
          </ac:spMkLst>
        </pc:spChg>
        <pc:spChg chg="mod">
          <ac:chgData name="Toby Donaldson" userId="2e6e5431-bb17-4c41-9985-d39c50d83c73" providerId="ADAL" clId="{7F9681A8-EEE2-56F4-9B39-ECCBEE0471AC}" dt="2026-01-17T19:10:39.149" v="14852"/>
          <ac:spMkLst>
            <pc:docMk/>
            <pc:sldMk cId="724494554" sldId="328"/>
            <ac:spMk id="63" creationId="{57E7175F-F538-9054-9F80-44EFB074291A}"/>
          </ac:spMkLst>
        </pc:spChg>
        <pc:spChg chg="add mod">
          <ac:chgData name="Toby Donaldson" userId="2e6e5431-bb17-4c41-9985-d39c50d83c73" providerId="ADAL" clId="{7F9681A8-EEE2-56F4-9B39-ECCBEE0471AC}" dt="2026-01-17T19:11:02.773" v="14858" actId="20577"/>
          <ac:spMkLst>
            <pc:docMk/>
            <pc:sldMk cId="724494554" sldId="328"/>
            <ac:spMk id="64" creationId="{CB7F44DD-5A5F-9EB3-F178-60AF22CE3ADF}"/>
          </ac:spMkLst>
        </pc:spChg>
        <pc:spChg chg="add mod">
          <ac:chgData name="Toby Donaldson" userId="2e6e5431-bb17-4c41-9985-d39c50d83c73" providerId="ADAL" clId="{7F9681A8-EEE2-56F4-9B39-ECCBEE0471AC}" dt="2026-01-17T19:13:30.325" v="14958" actId="554"/>
          <ac:spMkLst>
            <pc:docMk/>
            <pc:sldMk cId="724494554" sldId="328"/>
            <ac:spMk id="65" creationId="{28109CBE-829A-3857-8875-79E2992158F7}"/>
          </ac:spMkLst>
        </pc:spChg>
        <pc:spChg chg="add mod">
          <ac:chgData name="Toby Donaldson" userId="2e6e5431-bb17-4c41-9985-d39c50d83c73" providerId="ADAL" clId="{7F9681A8-EEE2-56F4-9B39-ECCBEE0471AC}" dt="2026-01-17T19:21:38.162" v="15290"/>
          <ac:spMkLst>
            <pc:docMk/>
            <pc:sldMk cId="724494554" sldId="328"/>
            <ac:spMk id="66" creationId="{67FCBE45-D5F9-257C-235C-481F9C2239FF}"/>
          </ac:spMkLst>
        </pc:spChg>
        <pc:grpChg chg="add mod">
          <ac:chgData name="Toby Donaldson" userId="2e6e5431-bb17-4c41-9985-d39c50d83c73" providerId="ADAL" clId="{7F9681A8-EEE2-56F4-9B39-ECCBEE0471AC}" dt="2026-01-17T19:09:51.366" v="14842" actId="1076"/>
          <ac:grpSpMkLst>
            <pc:docMk/>
            <pc:sldMk cId="724494554" sldId="328"/>
            <ac:grpSpMk id="33" creationId="{7CD7CDDC-AC51-8E6F-BC37-E03889DFDB49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4" creationId="{BC305CD8-577C-57C8-4482-388896CD41FA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5" creationId="{D4DB98F2-F602-124F-91DE-3E9FEA22A1F1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6" creationId="{8CA5870B-4519-2EFA-2AFB-5D1C52FF1F0A}"/>
          </ac:grpSpMkLst>
        </pc:grpChg>
        <pc:grpChg chg="mod">
          <ac:chgData name="Toby Donaldson" userId="2e6e5431-bb17-4c41-9985-d39c50d83c73" providerId="ADAL" clId="{7F9681A8-EEE2-56F4-9B39-ECCBEE0471AC}" dt="2026-01-17T19:09:23.844" v="14837" actId="555"/>
          <ac:grpSpMkLst>
            <pc:docMk/>
            <pc:sldMk cId="724494554" sldId="328"/>
            <ac:grpSpMk id="37" creationId="{529E8FC2-5286-4241-D9F3-D0579920ED14}"/>
          </ac:grpSpMkLst>
        </pc:grpChg>
        <pc:grpChg chg="mod">
          <ac:chgData name="Toby Donaldson" userId="2e6e5431-bb17-4c41-9985-d39c50d83c73" providerId="ADAL" clId="{7F9681A8-EEE2-56F4-9B39-ECCBEE0471AC}" dt="2026-01-17T19:09:26.057" v="14838" actId="555"/>
          <ac:grpSpMkLst>
            <pc:docMk/>
            <pc:sldMk cId="724494554" sldId="328"/>
            <ac:grpSpMk id="38" creationId="{F8B4BEA2-3AFD-D438-7A5D-1947EA3B478F}"/>
          </ac:grpSpMkLst>
        </pc:grpChg>
        <pc:grpChg chg="add mod">
          <ac:chgData name="Toby Donaldson" userId="2e6e5431-bb17-4c41-9985-d39c50d83c73" providerId="ADAL" clId="{7F9681A8-EEE2-56F4-9B39-ECCBEE0471AC}" dt="2026-01-17T19:10:46.825" v="14853" actId="1076"/>
          <ac:grpSpMkLst>
            <pc:docMk/>
            <pc:sldMk cId="724494554" sldId="328"/>
            <ac:grpSpMk id="60" creationId="{2BDD646C-E52A-0749-D900-BF2300EC4EA3}"/>
          </ac:grpSpMkLst>
        </pc:grpChg>
        <pc:cxnChg chg="mod">
          <ac:chgData name="Toby Donaldson" userId="2e6e5431-bb17-4c41-9985-d39c50d83c73" providerId="ADAL" clId="{7F9681A8-EEE2-56F4-9B39-ECCBEE0471AC}" dt="2026-01-17T19:08:10.919" v="14832" actId="14100"/>
          <ac:cxnSpMkLst>
            <pc:docMk/>
            <pc:sldMk cId="724494554" sldId="328"/>
            <ac:cxnSpMk id="48" creationId="{AD20139D-9AA9-3262-6CF4-8FC9CB0E8399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19:21:31.889" v="15288"/>
        <pc:sldMkLst>
          <pc:docMk/>
          <pc:sldMk cId="2471961815" sldId="329"/>
        </pc:sldMkLst>
        <pc:spChg chg="add mod">
          <ac:chgData name="Toby Donaldson" userId="2e6e5431-bb17-4c41-9985-d39c50d83c73" providerId="ADAL" clId="{7F9681A8-EEE2-56F4-9B39-ECCBEE0471AC}" dt="2026-01-17T19:15:15.424" v="15025" actId="1076"/>
          <ac:spMkLst>
            <pc:docMk/>
            <pc:sldMk cId="2471961815" sldId="329"/>
            <ac:spMk id="3" creationId="{209FC10E-0AB3-DFEF-2D0F-3C71636113CD}"/>
          </ac:spMkLst>
        </pc:spChg>
        <pc:spChg chg="mod">
          <ac:chgData name="Toby Donaldson" userId="2e6e5431-bb17-4c41-9985-d39c50d83c73" providerId="ADAL" clId="{7F9681A8-EEE2-56F4-9B39-ECCBEE0471AC}" dt="2026-01-17T19:17:09.030" v="15103" actId="207"/>
          <ac:spMkLst>
            <pc:docMk/>
            <pc:sldMk cId="2471961815" sldId="329"/>
            <ac:spMk id="4" creationId="{5E67B365-2F7E-6F5C-EA62-E184D78DC4A2}"/>
          </ac:spMkLst>
        </pc:spChg>
        <pc:spChg chg="add mod">
          <ac:chgData name="Toby Donaldson" userId="2e6e5431-bb17-4c41-9985-d39c50d83c73" providerId="ADAL" clId="{7F9681A8-EEE2-56F4-9B39-ECCBEE0471AC}" dt="2026-01-17T19:15:28.686" v="15028" actId="14100"/>
          <ac:spMkLst>
            <pc:docMk/>
            <pc:sldMk cId="2471961815" sldId="329"/>
            <ac:spMk id="8" creationId="{FAD655A4-DE8A-C55E-4919-5DC1E4A5305F}"/>
          </ac:spMkLst>
        </pc:spChg>
        <pc:spChg chg="add mod">
          <ac:chgData name="Toby Donaldson" userId="2e6e5431-bb17-4c41-9985-d39c50d83c73" providerId="ADAL" clId="{7F9681A8-EEE2-56F4-9B39-ECCBEE0471AC}" dt="2026-01-17T19:16:35.474" v="15099" actId="14100"/>
          <ac:spMkLst>
            <pc:docMk/>
            <pc:sldMk cId="2471961815" sldId="329"/>
            <ac:spMk id="10" creationId="{B605B836-D205-5658-41CC-40B341081271}"/>
          </ac:spMkLst>
        </pc:spChg>
        <pc:spChg chg="add mod">
          <ac:chgData name="Toby Donaldson" userId="2e6e5431-bb17-4c41-9985-d39c50d83c73" providerId="ADAL" clId="{7F9681A8-EEE2-56F4-9B39-ECCBEE0471AC}" dt="2026-01-17T19:21:31.889" v="15288"/>
          <ac:spMkLst>
            <pc:docMk/>
            <pc:sldMk cId="2471961815" sldId="329"/>
            <ac:spMk id="32" creationId="{F37653C8-E006-1B90-5096-DB33F5DCB1A2}"/>
          </ac:spMkLst>
        </pc:spChg>
        <pc:cxnChg chg="add mod">
          <ac:chgData name="Toby Donaldson" userId="2e6e5431-bb17-4c41-9985-d39c50d83c73" providerId="ADAL" clId="{7F9681A8-EEE2-56F4-9B39-ECCBEE0471AC}" dt="2026-01-17T19:16:35.474" v="15099" actId="14100"/>
          <ac:cxnSpMkLst>
            <pc:docMk/>
            <pc:sldMk cId="2471961815" sldId="329"/>
            <ac:cxnSpMk id="11" creationId="{77E4BA70-9CB4-31F5-7965-4AAC40D81EE2}"/>
          </ac:cxnSpMkLst>
        </pc:cxnChg>
        <pc:cxnChg chg="add mod">
          <ac:chgData name="Toby Donaldson" userId="2e6e5431-bb17-4c41-9985-d39c50d83c73" providerId="ADAL" clId="{7F9681A8-EEE2-56F4-9B39-ECCBEE0471AC}" dt="2026-01-17T19:16:35.474" v="15099" actId="14100"/>
          <ac:cxnSpMkLst>
            <pc:docMk/>
            <pc:sldMk cId="2471961815" sldId="329"/>
            <ac:cxnSpMk id="21" creationId="{FDE55179-2D7C-2ED3-8207-C685905D4FB2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7T19:25:18.121" v="15356" actId="20577"/>
        <pc:sldMkLst>
          <pc:docMk/>
          <pc:sldMk cId="1699869246" sldId="330"/>
        </pc:sldMkLst>
        <pc:spChg chg="mod">
          <ac:chgData name="Toby Donaldson" userId="2e6e5431-bb17-4c41-9985-d39c50d83c73" providerId="ADAL" clId="{7F9681A8-EEE2-56F4-9B39-ECCBEE0471AC}" dt="2026-01-17T19:19:13.496" v="15147" actId="20577"/>
          <ac:spMkLst>
            <pc:docMk/>
            <pc:sldMk cId="1699869246" sldId="330"/>
            <ac:spMk id="4" creationId="{C7C5DEE2-97C1-2A80-71ED-3688A35C53FF}"/>
          </ac:spMkLst>
        </pc:spChg>
        <pc:spChg chg="mod">
          <ac:chgData name="Toby Donaldson" userId="2e6e5431-bb17-4c41-9985-d39c50d83c73" providerId="ADAL" clId="{7F9681A8-EEE2-56F4-9B39-ECCBEE0471AC}" dt="2026-01-17T19:25:18.121" v="15356" actId="20577"/>
          <ac:spMkLst>
            <pc:docMk/>
            <pc:sldMk cId="1699869246" sldId="330"/>
            <ac:spMk id="10" creationId="{3BF29C8F-68B1-E010-29AA-7A9DE83C9621}"/>
          </ac:spMkLst>
        </pc:spChg>
        <pc:spChg chg="add mod">
          <ac:chgData name="Toby Donaldson" userId="2e6e5431-bb17-4c41-9985-d39c50d83c73" providerId="ADAL" clId="{7F9681A8-EEE2-56F4-9B39-ECCBEE0471AC}" dt="2026-01-17T19:20:54.308" v="15279" actId="1076"/>
          <ac:spMkLst>
            <pc:docMk/>
            <pc:sldMk cId="1699869246" sldId="330"/>
            <ac:spMk id="12" creationId="{CA85FE19-50F4-0CC8-E408-BD472B5E31DA}"/>
          </ac:spMkLst>
        </pc:spChg>
        <pc:spChg chg="add mod">
          <ac:chgData name="Toby Donaldson" userId="2e6e5431-bb17-4c41-9985-d39c50d83c73" providerId="ADAL" clId="{7F9681A8-EEE2-56F4-9B39-ECCBEE0471AC}" dt="2026-01-17T19:23:18.927" v="15319" actId="408"/>
          <ac:spMkLst>
            <pc:docMk/>
            <pc:sldMk cId="1699869246" sldId="330"/>
            <ac:spMk id="17" creationId="{46A1C44E-B169-F687-8E62-CE2D59E7892F}"/>
          </ac:spMkLst>
        </pc:spChg>
        <pc:spChg chg="add mod">
          <ac:chgData name="Toby Donaldson" userId="2e6e5431-bb17-4c41-9985-d39c50d83c73" providerId="ADAL" clId="{7F9681A8-EEE2-56F4-9B39-ECCBEE0471AC}" dt="2026-01-17T19:23:18.927" v="15319" actId="408"/>
          <ac:spMkLst>
            <pc:docMk/>
            <pc:sldMk cId="1699869246" sldId="330"/>
            <ac:spMk id="22" creationId="{2C71F763-4EF7-34E4-70FD-7B0EA4878993}"/>
          </ac:spMkLst>
        </pc:spChg>
        <pc:spChg chg="add mod">
          <ac:chgData name="Toby Donaldson" userId="2e6e5431-bb17-4c41-9985-d39c50d83c73" providerId="ADAL" clId="{7F9681A8-EEE2-56F4-9B39-ECCBEE0471AC}" dt="2026-01-17T19:23:18.927" v="15319" actId="408"/>
          <ac:spMkLst>
            <pc:docMk/>
            <pc:sldMk cId="1699869246" sldId="330"/>
            <ac:spMk id="26" creationId="{5F2FBB01-11BA-38E9-B008-0F994EE2812A}"/>
          </ac:spMkLst>
        </pc:spChg>
        <pc:spChg chg="add mod">
          <ac:chgData name="Toby Donaldson" userId="2e6e5431-bb17-4c41-9985-d39c50d83c73" providerId="ADAL" clId="{7F9681A8-EEE2-56F4-9B39-ECCBEE0471AC}" dt="2026-01-17T19:23:18.927" v="15319" actId="408"/>
          <ac:spMkLst>
            <pc:docMk/>
            <pc:sldMk cId="1699869246" sldId="330"/>
            <ac:spMk id="27" creationId="{FE0F2465-C4D3-7408-0C47-C7BE481259D8}"/>
          </ac:spMkLst>
        </pc:spChg>
        <pc:spChg chg="add mod">
          <ac:chgData name="Toby Donaldson" userId="2e6e5431-bb17-4c41-9985-d39c50d83c73" providerId="ADAL" clId="{7F9681A8-EEE2-56F4-9B39-ECCBEE0471AC}" dt="2026-01-17T19:23:18.927" v="15319" actId="408"/>
          <ac:spMkLst>
            <pc:docMk/>
            <pc:sldMk cId="1699869246" sldId="330"/>
            <ac:spMk id="31" creationId="{AB264383-F644-1806-2D84-7E00B3E911E5}"/>
          </ac:spMkLst>
        </pc:spChg>
        <pc:spChg chg="mod">
          <ac:chgData name="Toby Donaldson" userId="2e6e5431-bb17-4c41-9985-d39c50d83c73" providerId="ADAL" clId="{7F9681A8-EEE2-56F4-9B39-ECCBEE0471AC}" dt="2026-01-17T19:21:14.592" v="15286" actId="1076"/>
          <ac:spMkLst>
            <pc:docMk/>
            <pc:sldMk cId="1699869246" sldId="330"/>
            <ac:spMk id="55" creationId="{9B836A4E-F75D-DF98-1DE2-316E8EB836A4}"/>
          </ac:spMkLst>
        </pc:spChg>
        <pc:cxnChg chg="add mod">
          <ac:chgData name="Toby Donaldson" userId="2e6e5431-bb17-4c41-9985-d39c50d83c73" providerId="ADAL" clId="{7F9681A8-EEE2-56F4-9B39-ECCBEE0471AC}" dt="2026-01-17T19:23:35.397" v="15322" actId="14100"/>
          <ac:cxnSpMkLst>
            <pc:docMk/>
            <pc:sldMk cId="1699869246" sldId="330"/>
            <ac:cxnSpMk id="32" creationId="{16A9C5C7-D8B6-DA12-82BB-D1D04EF3F3C0}"/>
          </ac:cxnSpMkLst>
        </pc:cxnChg>
        <pc:cxnChg chg="add mod">
          <ac:chgData name="Toby Donaldson" userId="2e6e5431-bb17-4c41-9985-d39c50d83c73" providerId="ADAL" clId="{7F9681A8-EEE2-56F4-9B39-ECCBEE0471AC}" dt="2026-01-17T19:23:56.662" v="15325" actId="14100"/>
          <ac:cxnSpMkLst>
            <pc:docMk/>
            <pc:sldMk cId="1699869246" sldId="330"/>
            <ac:cxnSpMk id="50" creationId="{BE36ACAF-3292-F0E7-A0DE-BDC01C12C722}"/>
          </ac:cxnSpMkLst>
        </pc:cxnChg>
        <pc:cxnChg chg="add mod">
          <ac:chgData name="Toby Donaldson" userId="2e6e5431-bb17-4c41-9985-d39c50d83c73" providerId="ADAL" clId="{7F9681A8-EEE2-56F4-9B39-ECCBEE0471AC}" dt="2026-01-17T19:24:06.428" v="15328" actId="14100"/>
          <ac:cxnSpMkLst>
            <pc:docMk/>
            <pc:sldMk cId="1699869246" sldId="330"/>
            <ac:cxnSpMk id="56" creationId="{ED7E3421-237E-5D7F-5736-01355CDBE745}"/>
          </ac:cxnSpMkLst>
        </pc:cxnChg>
        <pc:cxnChg chg="add mod">
          <ac:chgData name="Toby Donaldson" userId="2e6e5431-bb17-4c41-9985-d39c50d83c73" providerId="ADAL" clId="{7F9681A8-EEE2-56F4-9B39-ECCBEE0471AC}" dt="2026-01-17T19:24:26.293" v="15331" actId="14100"/>
          <ac:cxnSpMkLst>
            <pc:docMk/>
            <pc:sldMk cId="1699869246" sldId="330"/>
            <ac:cxnSpMk id="59" creationId="{16773E74-D932-C317-69FE-740989CA7B55}"/>
          </ac:cxnSpMkLst>
        </pc:cxnChg>
        <pc:cxnChg chg="add mod">
          <ac:chgData name="Toby Donaldson" userId="2e6e5431-bb17-4c41-9985-d39c50d83c73" providerId="ADAL" clId="{7F9681A8-EEE2-56F4-9B39-ECCBEE0471AC}" dt="2026-01-17T19:24:35.343" v="15334" actId="14100"/>
          <ac:cxnSpMkLst>
            <pc:docMk/>
            <pc:sldMk cId="1699869246" sldId="330"/>
            <ac:cxnSpMk id="67" creationId="{DFCBF544-BB8B-F3C6-0330-DF9E26905FD6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7T19:26:40.195" v="15437" actId="20577"/>
        <pc:sldMkLst>
          <pc:docMk/>
          <pc:sldMk cId="1835666403" sldId="331"/>
        </pc:sldMkLst>
        <pc:spChg chg="mod">
          <ac:chgData name="Toby Donaldson" userId="2e6e5431-bb17-4c41-9985-d39c50d83c73" providerId="ADAL" clId="{7F9681A8-EEE2-56F4-9B39-ECCBEE0471AC}" dt="2026-01-17T19:26:40.195" v="15437" actId="20577"/>
          <ac:spMkLst>
            <pc:docMk/>
            <pc:sldMk cId="1835666403" sldId="331"/>
            <ac:spMk id="4" creationId="{441081EE-B3A1-AB0E-26FF-99A9DF5C620A}"/>
          </ac:spMkLst>
        </pc:spChg>
        <pc:spChg chg="mod">
          <ac:chgData name="Toby Donaldson" userId="2e6e5431-bb17-4c41-9985-d39c50d83c73" providerId="ADAL" clId="{7F9681A8-EEE2-56F4-9B39-ECCBEE0471AC}" dt="2026-01-17T19:26:24.043" v="15402" actId="1076"/>
          <ac:spMkLst>
            <pc:docMk/>
            <pc:sldMk cId="1835666403" sldId="331"/>
            <ac:spMk id="12" creationId="{792E91A8-D3B2-C437-7E7F-E2E3E13FA1A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7T19:46:32.019" v="15660" actId="1076"/>
        <pc:sldMkLst>
          <pc:docMk/>
          <pc:sldMk cId="991816514" sldId="332"/>
        </pc:sldMkLst>
        <pc:spChg chg="mod">
          <ac:chgData name="Toby Donaldson" userId="2e6e5431-bb17-4c41-9985-d39c50d83c73" providerId="ADAL" clId="{7F9681A8-EEE2-56F4-9B39-ECCBEE0471AC}" dt="2026-01-17T19:44:07.465" v="15516" actId="20577"/>
          <ac:spMkLst>
            <pc:docMk/>
            <pc:sldMk cId="991816514" sldId="332"/>
            <ac:spMk id="4" creationId="{6FF4D2BE-0427-9665-3208-F682E6C11A5F}"/>
          </ac:spMkLst>
        </pc:spChg>
        <pc:spChg chg="add mod">
          <ac:chgData name="Toby Donaldson" userId="2e6e5431-bb17-4c41-9985-d39c50d83c73" providerId="ADAL" clId="{7F9681A8-EEE2-56F4-9B39-ECCBEE0471AC}" dt="2026-01-17T19:46:23.353" v="15657" actId="14100"/>
          <ac:spMkLst>
            <pc:docMk/>
            <pc:sldMk cId="991816514" sldId="332"/>
            <ac:spMk id="7" creationId="{8071F6B7-AE44-D488-265D-CED42AB6D33E}"/>
          </ac:spMkLst>
        </pc:spChg>
        <pc:spChg chg="mod">
          <ac:chgData name="Toby Donaldson" userId="2e6e5431-bb17-4c41-9985-d39c50d83c73" providerId="ADAL" clId="{7F9681A8-EEE2-56F4-9B39-ECCBEE0471AC}" dt="2026-01-17T19:46:32.019" v="15660" actId="1076"/>
          <ac:spMkLst>
            <pc:docMk/>
            <pc:sldMk cId="991816514" sldId="332"/>
            <ac:spMk id="12" creationId="{56220806-02C0-8D30-99D9-B1512B47B7F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9T04:40:13.281" v="15693" actId="20577"/>
        <pc:sldMkLst>
          <pc:docMk/>
          <pc:sldMk cId="3132336667" sldId="333"/>
        </pc:sldMkLst>
        <pc:spChg chg="del">
          <ac:chgData name="Toby Donaldson" userId="2e6e5431-bb17-4c41-9985-d39c50d83c73" providerId="ADAL" clId="{7F9681A8-EEE2-56F4-9B39-ECCBEE0471AC}" dt="2026-01-19T04:39:08.165" v="15671" actId="21"/>
          <ac:spMkLst>
            <pc:docMk/>
            <pc:sldMk cId="3132336667" sldId="333"/>
            <ac:spMk id="3" creationId="{0A00DEDB-76D6-90F5-8B4C-92901FFD621B}"/>
          </ac:spMkLst>
        </pc:spChg>
        <pc:spChg chg="del">
          <ac:chgData name="Toby Donaldson" userId="2e6e5431-bb17-4c41-9985-d39c50d83c73" providerId="ADAL" clId="{7F9681A8-EEE2-56F4-9B39-ECCBEE0471AC}" dt="2026-01-19T04:38:54.642" v="15667" actId="21"/>
          <ac:spMkLst>
            <pc:docMk/>
            <pc:sldMk cId="3132336667" sldId="333"/>
            <ac:spMk id="4" creationId="{05B6EC18-05E7-F679-BE04-4A3A91351365}"/>
          </ac:spMkLst>
        </pc:spChg>
        <pc:spChg chg="mod">
          <ac:chgData name="Toby Donaldson" userId="2e6e5431-bb17-4c41-9985-d39c50d83c73" providerId="ADAL" clId="{7F9681A8-EEE2-56F4-9B39-ECCBEE0471AC}" dt="2026-01-19T04:39:36.254" v="15678" actId="1076"/>
          <ac:spMkLst>
            <pc:docMk/>
            <pc:sldMk cId="3132336667" sldId="333"/>
            <ac:spMk id="5" creationId="{0C49CC03-BF2E-020E-D447-3A61B1E62596}"/>
          </ac:spMkLst>
        </pc:spChg>
        <pc:spChg chg="del">
          <ac:chgData name="Toby Donaldson" userId="2e6e5431-bb17-4c41-9985-d39c50d83c73" providerId="ADAL" clId="{7F9681A8-EEE2-56F4-9B39-ECCBEE0471AC}" dt="2026-01-19T04:38:54.642" v="15667" actId="21"/>
          <ac:spMkLst>
            <pc:docMk/>
            <pc:sldMk cId="3132336667" sldId="333"/>
            <ac:spMk id="6" creationId="{EE02174D-1C14-648C-B774-7A24442A5121}"/>
          </ac:spMkLst>
        </pc:spChg>
        <pc:spChg chg="del">
          <ac:chgData name="Toby Donaldson" userId="2e6e5431-bb17-4c41-9985-d39c50d83c73" providerId="ADAL" clId="{7F9681A8-EEE2-56F4-9B39-ECCBEE0471AC}" dt="2026-01-19T04:39:04.516" v="15670" actId="21"/>
          <ac:spMkLst>
            <pc:docMk/>
            <pc:sldMk cId="3132336667" sldId="333"/>
            <ac:spMk id="7" creationId="{FBCC7AAA-0CBD-DBB8-CCC2-FCF6CC53D4DB}"/>
          </ac:spMkLst>
        </pc:spChg>
        <pc:spChg chg="del">
          <ac:chgData name="Toby Donaldson" userId="2e6e5431-bb17-4c41-9985-d39c50d83c73" providerId="ADAL" clId="{7F9681A8-EEE2-56F4-9B39-ECCBEE0471AC}" dt="2026-01-19T04:39:04.516" v="15670" actId="21"/>
          <ac:spMkLst>
            <pc:docMk/>
            <pc:sldMk cId="3132336667" sldId="333"/>
            <ac:spMk id="8" creationId="{EC5CB0B4-8251-4279-7F7C-621EF1795DDD}"/>
          </ac:spMkLst>
        </pc:spChg>
        <pc:spChg chg="del">
          <ac:chgData name="Toby Donaldson" userId="2e6e5431-bb17-4c41-9985-d39c50d83c73" providerId="ADAL" clId="{7F9681A8-EEE2-56F4-9B39-ECCBEE0471AC}" dt="2026-01-19T04:39:04.516" v="15670" actId="21"/>
          <ac:spMkLst>
            <pc:docMk/>
            <pc:sldMk cId="3132336667" sldId="333"/>
            <ac:spMk id="13" creationId="{763897BA-3608-5806-C240-BC05BB47C71C}"/>
          </ac:spMkLst>
        </pc:spChg>
        <pc:spChg chg="del">
          <ac:chgData name="Toby Donaldson" userId="2e6e5431-bb17-4c41-9985-d39c50d83c73" providerId="ADAL" clId="{7F9681A8-EEE2-56F4-9B39-ECCBEE0471AC}" dt="2026-01-19T04:39:04.516" v="15670" actId="21"/>
          <ac:spMkLst>
            <pc:docMk/>
            <pc:sldMk cId="3132336667" sldId="333"/>
            <ac:spMk id="14" creationId="{8F279CBB-CF39-0110-65CE-973846402F44}"/>
          </ac:spMkLst>
        </pc:spChg>
        <pc:spChg chg="del">
          <ac:chgData name="Toby Donaldson" userId="2e6e5431-bb17-4c41-9985-d39c50d83c73" providerId="ADAL" clId="{7F9681A8-EEE2-56F4-9B39-ECCBEE0471AC}" dt="2026-01-19T04:39:00.666" v="15669" actId="21"/>
          <ac:spMkLst>
            <pc:docMk/>
            <pc:sldMk cId="3132336667" sldId="333"/>
            <ac:spMk id="19" creationId="{FFF397F1-96B1-C4EB-130C-CBDB0C3FFBEC}"/>
          </ac:spMkLst>
        </pc:spChg>
        <pc:spChg chg="add del mod">
          <ac:chgData name="Toby Donaldson" userId="2e6e5431-bb17-4c41-9985-d39c50d83c73" providerId="ADAL" clId="{7F9681A8-EEE2-56F4-9B39-ECCBEE0471AC}" dt="2026-01-19T04:38:57.331" v="15668" actId="21"/>
          <ac:spMkLst>
            <pc:docMk/>
            <pc:sldMk cId="3132336667" sldId="333"/>
            <ac:spMk id="21" creationId="{24D8475A-140F-08C0-14A6-CDA2542F8A05}"/>
          </ac:spMkLst>
        </pc:spChg>
        <pc:spChg chg="add del mod">
          <ac:chgData name="Toby Donaldson" userId="2e6e5431-bb17-4c41-9985-d39c50d83c73" providerId="ADAL" clId="{7F9681A8-EEE2-56F4-9B39-ECCBEE0471AC}" dt="2026-01-19T04:38:57.331" v="15668" actId="21"/>
          <ac:spMkLst>
            <pc:docMk/>
            <pc:sldMk cId="3132336667" sldId="333"/>
            <ac:spMk id="23" creationId="{C1DFBF42-1A9D-8EF1-0074-AC9DD87F9B62}"/>
          </ac:spMkLst>
        </pc:spChg>
        <pc:spChg chg="add del mod">
          <ac:chgData name="Toby Donaldson" userId="2e6e5431-bb17-4c41-9985-d39c50d83c73" providerId="ADAL" clId="{7F9681A8-EEE2-56F4-9B39-ECCBEE0471AC}" dt="2026-01-19T04:39:12.361" v="15672" actId="21"/>
          <ac:spMkLst>
            <pc:docMk/>
            <pc:sldMk cId="3132336667" sldId="333"/>
            <ac:spMk id="25" creationId="{56368ABA-3CB6-78EC-2D0D-A41186E8E108}"/>
          </ac:spMkLst>
        </pc:spChg>
        <pc:spChg chg="add mod">
          <ac:chgData name="Toby Donaldson" userId="2e6e5431-bb17-4c41-9985-d39c50d83c73" providerId="ADAL" clId="{7F9681A8-EEE2-56F4-9B39-ECCBEE0471AC}" dt="2026-01-19T04:40:13.281" v="15693" actId="20577"/>
          <ac:spMkLst>
            <pc:docMk/>
            <pc:sldMk cId="3132336667" sldId="333"/>
            <ac:spMk id="26" creationId="{5C7CFA38-2FE2-5EB9-DAF1-300FE883A066}"/>
          </ac:spMkLst>
        </pc:spChg>
        <pc:grpChg chg="del">
          <ac:chgData name="Toby Donaldson" userId="2e6e5431-bb17-4c41-9985-d39c50d83c73" providerId="ADAL" clId="{7F9681A8-EEE2-56F4-9B39-ECCBEE0471AC}" dt="2026-01-19T04:39:04.516" v="15670" actId="21"/>
          <ac:grpSpMkLst>
            <pc:docMk/>
            <pc:sldMk cId="3132336667" sldId="333"/>
            <ac:grpSpMk id="10" creationId="{6E9EE338-A08A-854C-FD51-2075C61C6F78}"/>
          </ac:grpSpMkLst>
        </pc:grpChg>
        <pc:grpChg chg="del">
          <ac:chgData name="Toby Donaldson" userId="2e6e5431-bb17-4c41-9985-d39c50d83c73" providerId="ADAL" clId="{7F9681A8-EEE2-56F4-9B39-ECCBEE0471AC}" dt="2026-01-19T04:39:04.516" v="15670" actId="21"/>
          <ac:grpSpMkLst>
            <pc:docMk/>
            <pc:sldMk cId="3132336667" sldId="333"/>
            <ac:grpSpMk id="16" creationId="{59CD55C7-A623-0A03-1E12-CF2C4B243781}"/>
          </ac:grpSpMkLst>
        </pc:grpChg>
        <pc:picChg chg="mod">
          <ac:chgData name="Toby Donaldson" userId="2e6e5431-bb17-4c41-9985-d39c50d83c73" providerId="ADAL" clId="{7F9681A8-EEE2-56F4-9B39-ECCBEE0471AC}" dt="2026-01-19T04:39:27.504" v="15677" actId="1076"/>
          <ac:picMkLst>
            <pc:docMk/>
            <pc:sldMk cId="3132336667" sldId="333"/>
            <ac:picMk id="1026" creationId="{1FD0CA4E-5996-F9E6-4E0D-32B989802E80}"/>
          </ac:picMkLst>
        </pc:picChg>
        <pc:cxnChg chg="del mod">
          <ac:chgData name="Toby Donaldson" userId="2e6e5431-bb17-4c41-9985-d39c50d83c73" providerId="ADAL" clId="{7F9681A8-EEE2-56F4-9B39-ECCBEE0471AC}" dt="2026-01-19T04:39:04.516" v="15670" actId="21"/>
          <ac:cxnSpMkLst>
            <pc:docMk/>
            <pc:sldMk cId="3132336667" sldId="333"/>
            <ac:cxnSpMk id="9" creationId="{36046082-5872-0EE5-7065-FBF27C3EA281}"/>
          </ac:cxnSpMkLst>
        </pc:cxnChg>
        <pc:cxnChg chg="del mod">
          <ac:chgData name="Toby Donaldson" userId="2e6e5431-bb17-4c41-9985-d39c50d83c73" providerId="ADAL" clId="{7F9681A8-EEE2-56F4-9B39-ECCBEE0471AC}" dt="2026-01-19T04:39:04.516" v="15670" actId="21"/>
          <ac:cxnSpMkLst>
            <pc:docMk/>
            <pc:sldMk cId="3132336667" sldId="333"/>
            <ac:cxnSpMk id="15" creationId="{808474BF-1041-7CDE-E5B6-B3755DE0B8C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4:43:12.207" v="15899" actId="14100"/>
        <pc:sldMkLst>
          <pc:docMk/>
          <pc:sldMk cId="3218496143" sldId="334"/>
        </pc:sldMkLst>
        <pc:spChg chg="add del mod">
          <ac:chgData name="Toby Donaldson" userId="2e6e5431-bb17-4c41-9985-d39c50d83c73" providerId="ADAL" clId="{7F9681A8-EEE2-56F4-9B39-ECCBEE0471AC}" dt="2026-01-19T04:43:01.176" v="15896" actId="21"/>
          <ac:spMkLst>
            <pc:docMk/>
            <pc:sldMk cId="3218496143" sldId="334"/>
            <ac:spMk id="3" creationId="{478C9E1A-3DA5-A136-C0F1-4947B6331395}"/>
          </ac:spMkLst>
        </pc:spChg>
        <pc:spChg chg="del mod">
          <ac:chgData name="Toby Donaldson" userId="2e6e5431-bb17-4c41-9985-d39c50d83c73" providerId="ADAL" clId="{7F9681A8-EEE2-56F4-9B39-ECCBEE0471AC}" dt="2026-01-19T04:43:04.567" v="15897" actId="21"/>
          <ac:spMkLst>
            <pc:docMk/>
            <pc:sldMk cId="3218496143" sldId="334"/>
            <ac:spMk id="7" creationId="{B85C2C88-3F16-008A-042B-673A6C6C459F}"/>
          </ac:spMkLst>
        </pc:spChg>
        <pc:spChg chg="add mod">
          <ac:chgData name="Toby Donaldson" userId="2e6e5431-bb17-4c41-9985-d39c50d83c73" providerId="ADAL" clId="{7F9681A8-EEE2-56F4-9B39-ECCBEE0471AC}" dt="2026-01-19T04:43:09.007" v="15898" actId="1076"/>
          <ac:spMkLst>
            <pc:docMk/>
            <pc:sldMk cId="3218496143" sldId="334"/>
            <ac:spMk id="8" creationId="{7344173E-0231-3EA8-A03D-64D63355A473}"/>
          </ac:spMkLst>
        </pc:spChg>
        <pc:spChg chg="add mod">
          <ac:chgData name="Toby Donaldson" userId="2e6e5431-bb17-4c41-9985-d39c50d83c73" providerId="ADAL" clId="{7F9681A8-EEE2-56F4-9B39-ECCBEE0471AC}" dt="2026-01-19T04:42:45.723" v="15893" actId="14100"/>
          <ac:spMkLst>
            <pc:docMk/>
            <pc:sldMk cId="3218496143" sldId="334"/>
            <ac:spMk id="49" creationId="{4E21622F-2EE4-2144-C69F-EB48C21A0DFA}"/>
          </ac:spMkLst>
        </pc:spChg>
        <pc:cxnChg chg="add mod">
          <ac:chgData name="Toby Donaldson" userId="2e6e5431-bb17-4c41-9985-d39c50d83c73" providerId="ADAL" clId="{7F9681A8-EEE2-56F4-9B39-ECCBEE0471AC}" dt="2026-01-19T04:43:12.207" v="15899" actId="14100"/>
          <ac:cxnSpMkLst>
            <pc:docMk/>
            <pc:sldMk cId="3218496143" sldId="334"/>
            <ac:cxnSpMk id="11" creationId="{39DCB0AB-715A-B7BD-7669-EE0A8618F12D}"/>
          </ac:cxnSpMkLst>
        </pc:cxnChg>
        <pc:cxnChg chg="add del mod">
          <ac:chgData name="Toby Donaldson" userId="2e6e5431-bb17-4c41-9985-d39c50d83c73" providerId="ADAL" clId="{7F9681A8-EEE2-56F4-9B39-ECCBEE0471AC}" dt="2026-01-19T04:43:01.176" v="15896" actId="21"/>
          <ac:cxnSpMkLst>
            <pc:docMk/>
            <pc:sldMk cId="3218496143" sldId="334"/>
            <ac:cxnSpMk id="16" creationId="{F72183A1-5361-C1C8-4E64-26521C35C2E5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9T04:43:27.673" v="15901" actId="1076"/>
        <pc:sldMkLst>
          <pc:docMk/>
          <pc:sldMk cId="1085555844" sldId="335"/>
        </pc:sldMkLst>
        <pc:spChg chg="mod">
          <ac:chgData name="Toby Donaldson" userId="2e6e5431-bb17-4c41-9985-d39c50d83c73" providerId="ADAL" clId="{7F9681A8-EEE2-56F4-9B39-ECCBEE0471AC}" dt="2026-01-19T04:43:27.673" v="15901" actId="1076"/>
          <ac:spMkLst>
            <pc:docMk/>
            <pc:sldMk cId="1085555844" sldId="335"/>
            <ac:spMk id="3" creationId="{82E31533-8935-5E3D-0989-31A95C73D0AD}"/>
          </ac:spMkLst>
        </pc:spChg>
        <pc:spChg chg="del">
          <ac:chgData name="Toby Donaldson" userId="2e6e5431-bb17-4c41-9985-d39c50d83c73" providerId="ADAL" clId="{7F9681A8-EEE2-56F4-9B39-ECCBEE0471AC}" dt="2026-01-19T04:43:21.853" v="15900" actId="21"/>
          <ac:spMkLst>
            <pc:docMk/>
            <pc:sldMk cId="1085555844" sldId="335"/>
            <ac:spMk id="8" creationId="{49DFD676-7370-4C2F-BA08-3094109DB4B4}"/>
          </ac:spMkLst>
        </pc:spChg>
        <pc:spChg chg="del">
          <ac:chgData name="Toby Donaldson" userId="2e6e5431-bb17-4c41-9985-d39c50d83c73" providerId="ADAL" clId="{7F9681A8-EEE2-56F4-9B39-ECCBEE0471AC}" dt="2026-01-19T04:43:21.853" v="15900" actId="21"/>
          <ac:spMkLst>
            <pc:docMk/>
            <pc:sldMk cId="1085555844" sldId="335"/>
            <ac:spMk id="49" creationId="{8549CBA2-B184-311F-9116-9A9DD8A80734}"/>
          </ac:spMkLst>
        </pc:spChg>
        <pc:cxnChg chg="del">
          <ac:chgData name="Toby Donaldson" userId="2e6e5431-bb17-4c41-9985-d39c50d83c73" providerId="ADAL" clId="{7F9681A8-EEE2-56F4-9B39-ECCBEE0471AC}" dt="2026-01-19T04:43:21.853" v="15900" actId="21"/>
          <ac:cxnSpMkLst>
            <pc:docMk/>
            <pc:sldMk cId="1085555844" sldId="335"/>
            <ac:cxnSpMk id="11" creationId="{BE89880D-9311-D16E-666F-A8A7AA23A4C5}"/>
          </ac:cxnSpMkLst>
        </pc:cxnChg>
        <pc:cxnChg chg="mod">
          <ac:chgData name="Toby Donaldson" userId="2e6e5431-bb17-4c41-9985-d39c50d83c73" providerId="ADAL" clId="{7F9681A8-EEE2-56F4-9B39-ECCBEE0471AC}" dt="2026-01-19T04:43:27.673" v="15901" actId="1076"/>
          <ac:cxnSpMkLst>
            <pc:docMk/>
            <pc:sldMk cId="1085555844" sldId="335"/>
            <ac:cxnSpMk id="16" creationId="{3D27A59B-A189-D4D2-9606-6B24371E92E7}"/>
          </ac:cxnSpMkLst>
        </pc:cxnChg>
      </pc:sldChg>
      <pc:sldChg chg="modSp add mod">
        <pc:chgData name="Toby Donaldson" userId="2e6e5431-bb17-4c41-9985-d39c50d83c73" providerId="ADAL" clId="{7F9681A8-EEE2-56F4-9B39-ECCBEE0471AC}" dt="2026-01-19T04:44:27.089" v="15963" actId="1076"/>
        <pc:sldMkLst>
          <pc:docMk/>
          <pc:sldMk cId="671222367" sldId="336"/>
        </pc:sldMkLst>
        <pc:spChg chg="mod">
          <ac:chgData name="Toby Donaldson" userId="2e6e5431-bb17-4c41-9985-d39c50d83c73" providerId="ADAL" clId="{7F9681A8-EEE2-56F4-9B39-ECCBEE0471AC}" dt="2026-01-19T04:44:27.089" v="15963" actId="1076"/>
          <ac:spMkLst>
            <pc:docMk/>
            <pc:sldMk cId="671222367" sldId="336"/>
            <ac:spMk id="3" creationId="{0281D106-30D0-FCA4-8EFA-76954FEED0C9}"/>
          </ac:spMkLst>
        </pc:spChg>
        <pc:spChg chg="mod">
          <ac:chgData name="Toby Donaldson" userId="2e6e5431-bb17-4c41-9985-d39c50d83c73" providerId="ADAL" clId="{7F9681A8-EEE2-56F4-9B39-ECCBEE0471AC}" dt="2026-01-19T04:43:53.341" v="15904" actId="14100"/>
          <ac:spMkLst>
            <pc:docMk/>
            <pc:sldMk cId="671222367" sldId="336"/>
            <ac:spMk id="7" creationId="{ADC7B0D5-5533-4B79-1F03-5E1525D80E0A}"/>
          </ac:spMkLst>
        </pc:spChg>
        <pc:cxnChg chg="mod">
          <ac:chgData name="Toby Donaldson" userId="2e6e5431-bb17-4c41-9985-d39c50d83c73" providerId="ADAL" clId="{7F9681A8-EEE2-56F4-9B39-ECCBEE0471AC}" dt="2026-01-19T04:44:27.089" v="15963" actId="1076"/>
          <ac:cxnSpMkLst>
            <pc:docMk/>
            <pc:sldMk cId="671222367" sldId="336"/>
            <ac:cxnSpMk id="16" creationId="{C0371E08-2EE4-15A8-4ED5-CBD5AA8B1CE1}"/>
          </ac:cxnSpMkLst>
        </pc:cxnChg>
      </pc:sldChg>
      <pc:sldChg chg="modSp new mod ord">
        <pc:chgData name="Toby Donaldson" userId="2e6e5431-bb17-4c41-9985-d39c50d83c73" providerId="ADAL" clId="{7F9681A8-EEE2-56F4-9B39-ECCBEE0471AC}" dt="2026-01-19T05:01:45.519" v="16519" actId="20578"/>
        <pc:sldMkLst>
          <pc:docMk/>
          <pc:sldMk cId="662549577" sldId="337"/>
        </pc:sldMkLst>
        <pc:spChg chg="mod">
          <ac:chgData name="Toby Donaldson" userId="2e6e5431-bb17-4c41-9985-d39c50d83c73" providerId="ADAL" clId="{7F9681A8-EEE2-56F4-9B39-ECCBEE0471AC}" dt="2026-01-19T04:44:42.368" v="15972" actId="20577"/>
          <ac:spMkLst>
            <pc:docMk/>
            <pc:sldMk cId="662549577" sldId="337"/>
            <ac:spMk id="2" creationId="{8DFE9921-D924-A3AA-B4A2-907D28B94E8F}"/>
          </ac:spMkLst>
        </pc:spChg>
        <pc:spChg chg="mod">
          <ac:chgData name="Toby Donaldson" userId="2e6e5431-bb17-4c41-9985-d39c50d83c73" providerId="ADAL" clId="{7F9681A8-EEE2-56F4-9B39-ECCBEE0471AC}" dt="2026-01-19T04:46:41.525" v="16517" actId="12"/>
          <ac:spMkLst>
            <pc:docMk/>
            <pc:sldMk cId="662549577" sldId="337"/>
            <ac:spMk id="3" creationId="{B67F0307-BAA5-87A9-1416-FAB5C1B2E7CA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9T05:16:27.338" v="16996" actId="21"/>
        <pc:sldMkLst>
          <pc:docMk/>
          <pc:sldMk cId="676588485" sldId="338"/>
        </pc:sldMkLst>
        <pc:spChg chg="del">
          <ac:chgData name="Toby Donaldson" userId="2e6e5431-bb17-4c41-9985-d39c50d83c73" providerId="ADAL" clId="{7F9681A8-EEE2-56F4-9B39-ECCBEE0471AC}" dt="2026-01-19T05:08:34.218" v="16521" actId="21"/>
          <ac:spMkLst>
            <pc:docMk/>
            <pc:sldMk cId="676588485" sldId="338"/>
            <ac:spMk id="3" creationId="{0D10BABD-E1EB-6D7E-ECAC-7B5AACDB963E}"/>
          </ac:spMkLst>
        </pc:spChg>
        <pc:spChg chg="mod">
          <ac:chgData name="Toby Donaldson" userId="2e6e5431-bb17-4c41-9985-d39c50d83c73" providerId="ADAL" clId="{7F9681A8-EEE2-56F4-9B39-ECCBEE0471AC}" dt="2026-01-19T05:12:36.746" v="16744" actId="20577"/>
          <ac:spMkLst>
            <pc:docMk/>
            <pc:sldMk cId="676588485" sldId="338"/>
            <ac:spMk id="4" creationId="{945D5CD3-1C04-3B0A-8A1A-A8459F07A049}"/>
          </ac:spMkLst>
        </pc:spChg>
        <pc:spChg chg="mod">
          <ac:chgData name="Toby Donaldson" userId="2e6e5431-bb17-4c41-9985-d39c50d83c73" providerId="ADAL" clId="{7F9681A8-EEE2-56F4-9B39-ECCBEE0471AC}" dt="2026-01-19T05:10:27.864" v="16604" actId="20577"/>
          <ac:spMkLst>
            <pc:docMk/>
            <pc:sldMk cId="676588485" sldId="338"/>
            <ac:spMk id="5" creationId="{0BEC8EFE-B099-2104-B9F0-B0996D02E26A}"/>
          </ac:spMkLst>
        </pc:spChg>
        <pc:spChg chg="del">
          <ac:chgData name="Toby Donaldson" userId="2e6e5431-bb17-4c41-9985-d39c50d83c73" providerId="ADAL" clId="{7F9681A8-EEE2-56F4-9B39-ECCBEE0471AC}" dt="2026-01-19T05:08:35.370" v="16522" actId="21"/>
          <ac:spMkLst>
            <pc:docMk/>
            <pc:sldMk cId="676588485" sldId="338"/>
            <ac:spMk id="7" creationId="{E2AF33B0-509A-D8DD-BCBC-9EB564AECBFB}"/>
          </ac:spMkLst>
        </pc:spChg>
        <pc:spChg chg="add mod">
          <ac:chgData name="Toby Donaldson" userId="2e6e5431-bb17-4c41-9985-d39c50d83c73" providerId="ADAL" clId="{7F9681A8-EEE2-56F4-9B39-ECCBEE0471AC}" dt="2026-01-19T05:13:17.674" v="16750"/>
          <ac:spMkLst>
            <pc:docMk/>
            <pc:sldMk cId="676588485" sldId="338"/>
            <ac:spMk id="8" creationId="{7755F0EC-CC24-3DF4-5684-8F536562EA86}"/>
          </ac:spMkLst>
        </pc:spChg>
        <pc:spChg chg="mod">
          <ac:chgData name="Toby Donaldson" userId="2e6e5431-bb17-4c41-9985-d39c50d83c73" providerId="ADAL" clId="{7F9681A8-EEE2-56F4-9B39-ECCBEE0471AC}" dt="2026-01-19T05:13:23.744" v="16751" actId="1076"/>
          <ac:spMkLst>
            <pc:docMk/>
            <pc:sldMk cId="676588485" sldId="338"/>
            <ac:spMk id="12" creationId="{2009EB7F-BC21-AD4A-1F59-1F64DB38EDE4}"/>
          </ac:spMkLst>
        </pc:spChg>
        <pc:spChg chg="mod">
          <ac:chgData name="Toby Donaldson" userId="2e6e5431-bb17-4c41-9985-d39c50d83c73" providerId="ADAL" clId="{7F9681A8-EEE2-56F4-9B39-ECCBEE0471AC}" dt="2026-01-19T05:10:31.119" v="16607" actId="20577"/>
          <ac:spMkLst>
            <pc:docMk/>
            <pc:sldMk cId="676588485" sldId="338"/>
            <ac:spMk id="14" creationId="{0A5ADC2E-763C-815F-469D-630E5A46EA8E}"/>
          </ac:spMkLst>
        </pc:spChg>
        <pc:spChg chg="mod">
          <ac:chgData name="Toby Donaldson" userId="2e6e5431-bb17-4c41-9985-d39c50d83c73" providerId="ADAL" clId="{7F9681A8-EEE2-56F4-9B39-ECCBEE0471AC}" dt="2026-01-19T05:10:33.788" v="16608" actId="20577"/>
          <ac:spMkLst>
            <pc:docMk/>
            <pc:sldMk cId="676588485" sldId="338"/>
            <ac:spMk id="19" creationId="{7B7D9197-F14C-C779-2253-C913794BB822}"/>
          </ac:spMkLst>
        </pc:spChg>
        <pc:spChg chg="add del mod">
          <ac:chgData name="Toby Donaldson" userId="2e6e5431-bb17-4c41-9985-d39c50d83c73" providerId="ADAL" clId="{7F9681A8-EEE2-56F4-9B39-ECCBEE0471AC}" dt="2026-01-19T05:16:27.338" v="16996" actId="21"/>
          <ac:spMkLst>
            <pc:docMk/>
            <pc:sldMk cId="676588485" sldId="338"/>
            <ac:spMk id="21" creationId="{6A90DCA4-68B1-67DB-3E43-2BF9313B0F82}"/>
          </ac:spMkLst>
        </pc:spChg>
        <pc:spChg chg="mod">
          <ac:chgData name="Toby Donaldson" userId="2e6e5431-bb17-4c41-9985-d39c50d83c73" providerId="ADAL" clId="{7F9681A8-EEE2-56F4-9B39-ECCBEE0471AC}" dt="2026-01-19T05:10:36.264" v="16609" actId="20577"/>
          <ac:spMkLst>
            <pc:docMk/>
            <pc:sldMk cId="676588485" sldId="338"/>
            <ac:spMk id="24" creationId="{7DA28E2D-F5AE-8EAD-38D9-61938891E986}"/>
          </ac:spMkLst>
        </pc:spChg>
        <pc:spChg chg="mod">
          <ac:chgData name="Toby Donaldson" userId="2e6e5431-bb17-4c41-9985-d39c50d83c73" providerId="ADAL" clId="{7F9681A8-EEE2-56F4-9B39-ECCBEE0471AC}" dt="2026-01-19T05:10:38.688" v="16610" actId="20577"/>
          <ac:spMkLst>
            <pc:docMk/>
            <pc:sldMk cId="676588485" sldId="338"/>
            <ac:spMk id="29" creationId="{4B28E428-111C-5424-5B93-F12AE5799D7B}"/>
          </ac:spMkLst>
        </pc:spChg>
        <pc:spChg chg="mod">
          <ac:chgData name="Toby Donaldson" userId="2e6e5431-bb17-4c41-9985-d39c50d83c73" providerId="ADAL" clId="{7F9681A8-EEE2-56F4-9B39-ECCBEE0471AC}" dt="2026-01-19T05:08:46.978" v="16545" actId="20577"/>
          <ac:spMkLst>
            <pc:docMk/>
            <pc:sldMk cId="676588485" sldId="338"/>
            <ac:spMk id="40" creationId="{B1137AA5-71F1-DAC0-80BA-FC1CD302CB4B}"/>
          </ac:spMkLst>
        </pc:spChg>
        <pc:spChg chg="mod">
          <ac:chgData name="Toby Donaldson" userId="2e6e5431-bb17-4c41-9985-d39c50d83c73" providerId="ADAL" clId="{7F9681A8-EEE2-56F4-9B39-ECCBEE0471AC}" dt="2026-01-19T05:15:03.979" v="16893" actId="1076"/>
          <ac:spMkLst>
            <pc:docMk/>
            <pc:sldMk cId="676588485" sldId="338"/>
            <ac:spMk id="46" creationId="{97511093-D102-CB70-0E71-4D5F61DE4AF0}"/>
          </ac:spMkLst>
        </pc:spChg>
        <pc:spChg chg="add mod">
          <ac:chgData name="Toby Donaldson" userId="2e6e5431-bb17-4c41-9985-d39c50d83c73" providerId="ADAL" clId="{7F9681A8-EEE2-56F4-9B39-ECCBEE0471AC}" dt="2026-01-19T05:15:27.332" v="16920" actId="20577"/>
          <ac:spMkLst>
            <pc:docMk/>
            <pc:sldMk cId="676588485" sldId="338"/>
            <ac:spMk id="68" creationId="{D84F2984-EE2D-FA34-4041-2C66C6489E53}"/>
          </ac:spMkLst>
        </pc:spChg>
        <pc:spChg chg="add del mod">
          <ac:chgData name="Toby Donaldson" userId="2e6e5431-bb17-4c41-9985-d39c50d83c73" providerId="ADAL" clId="{7F9681A8-EEE2-56F4-9B39-ECCBEE0471AC}" dt="2026-01-19T05:16:27.338" v="16996" actId="21"/>
          <ac:spMkLst>
            <pc:docMk/>
            <pc:sldMk cId="676588485" sldId="338"/>
            <ac:spMk id="69" creationId="{439E7F1A-08ED-1EAB-BD43-7316061F2ABB}"/>
          </ac:spMkLst>
        </pc:spChg>
        <pc:cxnChg chg="add">
          <ac:chgData name="Toby Donaldson" userId="2e6e5431-bb17-4c41-9985-d39c50d83c73" providerId="ADAL" clId="{7F9681A8-EEE2-56F4-9B39-ECCBEE0471AC}" dt="2026-01-19T05:13:29.828" v="16752" actId="11529"/>
          <ac:cxnSpMkLst>
            <pc:docMk/>
            <pc:sldMk cId="676588485" sldId="338"/>
            <ac:cxnSpMk id="11" creationId="{B8F31A70-8F82-81D0-DB9D-65D8FE533A44}"/>
          </ac:cxnSpMkLst>
        </pc:cxnChg>
        <pc:cxnChg chg="del mod">
          <ac:chgData name="Toby Donaldson" userId="2e6e5431-bb17-4c41-9985-d39c50d83c73" providerId="ADAL" clId="{7F9681A8-EEE2-56F4-9B39-ECCBEE0471AC}" dt="2026-01-19T05:08:34.218" v="16521" actId="21"/>
          <ac:cxnSpMkLst>
            <pc:docMk/>
            <pc:sldMk cId="676588485" sldId="338"/>
            <ac:cxnSpMk id="16" creationId="{BFB49D45-EC0A-7563-A314-45B84B81FE9B}"/>
          </ac:cxnSpMkLst>
        </pc:cxnChg>
        <pc:cxnChg chg="add del mod">
          <ac:chgData name="Toby Donaldson" userId="2e6e5431-bb17-4c41-9985-d39c50d83c73" providerId="ADAL" clId="{7F9681A8-EEE2-56F4-9B39-ECCBEE0471AC}" dt="2026-01-19T05:16:27.338" v="16996" actId="21"/>
          <ac:cxnSpMkLst>
            <pc:docMk/>
            <pc:sldMk cId="676588485" sldId="338"/>
            <ac:cxnSpMk id="39" creationId="{AAA990D5-A574-1034-D6DC-496DB8E191E2}"/>
          </ac:cxnSpMkLst>
        </pc:cxnChg>
        <pc:cxnChg chg="mod">
          <ac:chgData name="Toby Donaldson" userId="2e6e5431-bb17-4c41-9985-d39c50d83c73" providerId="ADAL" clId="{7F9681A8-EEE2-56F4-9B39-ECCBEE0471AC}" dt="2026-01-19T05:15:09.729" v="16894" actId="14100"/>
          <ac:cxnSpMkLst>
            <pc:docMk/>
            <pc:sldMk cId="676588485" sldId="338"/>
            <ac:cxnSpMk id="48" creationId="{3D03442C-2352-B4D1-F7DB-DD86D7A2DE74}"/>
          </ac:cxnSpMkLst>
        </pc:cxnChg>
        <pc:cxnChg chg="add del mod">
          <ac:chgData name="Toby Donaldson" userId="2e6e5431-bb17-4c41-9985-d39c50d83c73" providerId="ADAL" clId="{7F9681A8-EEE2-56F4-9B39-ECCBEE0471AC}" dt="2026-01-19T05:16:27.338" v="16996" actId="21"/>
          <ac:cxnSpMkLst>
            <pc:docMk/>
            <pc:sldMk cId="676588485" sldId="338"/>
            <ac:cxnSpMk id="52" creationId="{F016EC06-4611-F6A4-756C-515B137239E2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8:33.585" v="17730"/>
        <pc:sldMkLst>
          <pc:docMk/>
          <pc:sldMk cId="1779114563" sldId="339"/>
        </pc:sldMkLst>
        <pc:spChg chg="add mod">
          <ac:chgData name="Toby Donaldson" userId="2e6e5431-bb17-4c41-9985-d39c50d83c73" providerId="ADAL" clId="{7F9681A8-EEE2-56F4-9B39-ECCBEE0471AC}" dt="2026-01-19T05:16:59.912" v="17002" actId="14100"/>
          <ac:spMkLst>
            <pc:docMk/>
            <pc:sldMk cId="1779114563" sldId="339"/>
            <ac:spMk id="3" creationId="{AF88326A-31BC-02BC-C81E-2D48288DA8A4}"/>
          </ac:spMkLst>
        </pc:spChg>
        <pc:spChg chg="mod">
          <ac:chgData name="Toby Donaldson" userId="2e6e5431-bb17-4c41-9985-d39c50d83c73" providerId="ADAL" clId="{7F9681A8-EEE2-56F4-9B39-ECCBEE0471AC}" dt="2026-01-19T05:18:58.099" v="17190" actId="20577"/>
          <ac:spMkLst>
            <pc:docMk/>
            <pc:sldMk cId="1779114563" sldId="339"/>
            <ac:spMk id="4" creationId="{B08AB1D0-1ABC-CC9E-F9C0-221F932C690B}"/>
          </ac:spMkLst>
        </pc:spChg>
        <pc:spChg chg="add del mod">
          <ac:chgData name="Toby Donaldson" userId="2e6e5431-bb17-4c41-9985-d39c50d83c73" providerId="ADAL" clId="{7F9681A8-EEE2-56F4-9B39-ECCBEE0471AC}" dt="2026-01-19T05:19:02.548" v="17191" actId="21"/>
          <ac:spMkLst>
            <pc:docMk/>
            <pc:sldMk cId="1779114563" sldId="339"/>
            <ac:spMk id="7" creationId="{3760412C-6DE3-9F60-E0AD-D19E9C23DC87}"/>
          </ac:spMkLst>
        </pc:spChg>
        <pc:spChg chg="add mod">
          <ac:chgData name="Toby Donaldson" userId="2e6e5431-bb17-4c41-9985-d39c50d83c73" providerId="ADAL" clId="{7F9681A8-EEE2-56F4-9B39-ECCBEE0471AC}" dt="2026-01-19T05:28:33.585" v="17730"/>
          <ac:spMkLst>
            <pc:docMk/>
            <pc:sldMk cId="1779114563" sldId="339"/>
            <ac:spMk id="8" creationId="{8E6B6791-4BA6-FB35-BF2D-FE8BDC6E112A}"/>
          </ac:spMkLst>
        </pc:spChg>
        <pc:spChg chg="add mod">
          <ac:chgData name="Toby Donaldson" userId="2e6e5431-bb17-4c41-9985-d39c50d83c73" providerId="ADAL" clId="{7F9681A8-EEE2-56F4-9B39-ECCBEE0471AC}" dt="2026-01-19T05:28:33.585" v="17730"/>
          <ac:spMkLst>
            <pc:docMk/>
            <pc:sldMk cId="1779114563" sldId="339"/>
            <ac:spMk id="11" creationId="{966E24A2-9C3E-9E26-97B9-CA7BB260DA2B}"/>
          </ac:spMkLst>
        </pc:spChg>
        <pc:spChg chg="mod">
          <ac:chgData name="Toby Donaldson" userId="2e6e5431-bb17-4c41-9985-d39c50d83c73" providerId="ADAL" clId="{7F9681A8-EEE2-56F4-9B39-ECCBEE0471AC}" dt="2026-01-19T05:18:40.144" v="17186" actId="1076"/>
          <ac:spMkLst>
            <pc:docMk/>
            <pc:sldMk cId="1779114563" sldId="339"/>
            <ac:spMk id="12" creationId="{231532BA-9644-EE27-CC73-CA34F7F0C43C}"/>
          </ac:spMkLst>
        </pc:spChg>
        <pc:spChg chg="del">
          <ac:chgData name="Toby Donaldson" userId="2e6e5431-bb17-4c41-9985-d39c50d83c73" providerId="ADAL" clId="{7F9681A8-EEE2-56F4-9B39-ECCBEE0471AC}" dt="2026-01-19T05:28:05.552" v="17726" actId="21"/>
          <ac:spMkLst>
            <pc:docMk/>
            <pc:sldMk cId="1779114563" sldId="339"/>
            <ac:spMk id="46" creationId="{2577B1A9-7394-093B-338E-202C1C462DBE}"/>
          </ac:spMkLst>
        </pc:spChg>
        <pc:cxnChg chg="add mod">
          <ac:chgData name="Toby Donaldson" userId="2e6e5431-bb17-4c41-9985-d39c50d83c73" providerId="ADAL" clId="{7F9681A8-EEE2-56F4-9B39-ECCBEE0471AC}" dt="2026-01-19T05:28:33.585" v="17730"/>
          <ac:cxnSpMkLst>
            <pc:docMk/>
            <pc:sldMk cId="1779114563" sldId="339"/>
            <ac:cxnSpMk id="10" creationId="{D44E371C-E889-0495-218A-BC1B39BA2A9A}"/>
          </ac:cxnSpMkLst>
        </pc:cxnChg>
        <pc:cxnChg chg="del mod">
          <ac:chgData name="Toby Donaldson" userId="2e6e5431-bb17-4c41-9985-d39c50d83c73" providerId="ADAL" clId="{7F9681A8-EEE2-56F4-9B39-ECCBEE0471AC}" dt="2026-01-19T05:28:05.552" v="17726" actId="21"/>
          <ac:cxnSpMkLst>
            <pc:docMk/>
            <pc:sldMk cId="1779114563" sldId="339"/>
            <ac:cxnSpMk id="48" creationId="{BB81B6AF-EA12-2539-E0EB-8221E6994480}"/>
          </ac:cxnSpMkLst>
        </pc:cxnChg>
      </pc:sldChg>
      <pc:sldChg chg="delSp add mod">
        <pc:chgData name="Toby Donaldson" userId="2e6e5431-bb17-4c41-9985-d39c50d83c73" providerId="ADAL" clId="{7F9681A8-EEE2-56F4-9B39-ECCBEE0471AC}" dt="2026-01-19T05:16:37.748" v="16998" actId="21"/>
        <pc:sldMkLst>
          <pc:docMk/>
          <pc:sldMk cId="802520717" sldId="340"/>
        </pc:sldMkLst>
        <pc:spChg chg="del">
          <ac:chgData name="Toby Donaldson" userId="2e6e5431-bb17-4c41-9985-d39c50d83c73" providerId="ADAL" clId="{7F9681A8-EEE2-56F4-9B39-ECCBEE0471AC}" dt="2026-01-19T05:16:37.748" v="16998" actId="21"/>
          <ac:spMkLst>
            <pc:docMk/>
            <pc:sldMk cId="802520717" sldId="340"/>
            <ac:spMk id="69" creationId="{C3BDE5F4-68AF-8E95-00B9-D31E14CE0950}"/>
          </ac:spMkLst>
        </pc:spChg>
      </pc:sldChg>
      <pc:sldChg chg="add">
        <pc:chgData name="Toby Donaldson" userId="2e6e5431-bb17-4c41-9985-d39c50d83c73" providerId="ADAL" clId="{7F9681A8-EEE2-56F4-9B39-ECCBEE0471AC}" dt="2026-01-19T05:16:33.670" v="16997" actId="2890"/>
        <pc:sldMkLst>
          <pc:docMk/>
          <pc:sldMk cId="976691334" sldId="341"/>
        </pc:sldMkLst>
      </pc:sldChg>
      <pc:sldChg chg="addSp delSp modSp add mod">
        <pc:chgData name="Toby Donaldson" userId="2e6e5431-bb17-4c41-9985-d39c50d83c73" providerId="ADAL" clId="{7F9681A8-EEE2-56F4-9B39-ECCBEE0471AC}" dt="2026-01-19T05:28:39.780" v="17732"/>
        <pc:sldMkLst>
          <pc:docMk/>
          <pc:sldMk cId="1505612982" sldId="342"/>
        </pc:sldMkLst>
        <pc:spChg chg="mod">
          <ac:chgData name="Toby Donaldson" userId="2e6e5431-bb17-4c41-9985-d39c50d83c73" providerId="ADAL" clId="{7F9681A8-EEE2-56F4-9B39-ECCBEE0471AC}" dt="2026-01-19T05:21:21.181" v="17276" actId="14100"/>
          <ac:spMkLst>
            <pc:docMk/>
            <pc:sldMk cId="1505612982" sldId="342"/>
            <ac:spMk id="3" creationId="{7067F264-9746-71A7-D0BE-F8C17E3FA1B3}"/>
          </ac:spMkLst>
        </pc:spChg>
        <pc:spChg chg="mod">
          <ac:chgData name="Toby Donaldson" userId="2e6e5431-bb17-4c41-9985-d39c50d83c73" providerId="ADAL" clId="{7F9681A8-EEE2-56F4-9B39-ECCBEE0471AC}" dt="2026-01-19T05:22:03.663" v="17345" actId="14100"/>
          <ac:spMkLst>
            <pc:docMk/>
            <pc:sldMk cId="1505612982" sldId="342"/>
            <ac:spMk id="7" creationId="{B6CED7C9-1073-B7D3-4827-62F00B72CBAD}"/>
          </ac:spMkLst>
        </pc:spChg>
        <pc:spChg chg="add mod">
          <ac:chgData name="Toby Donaldson" userId="2e6e5431-bb17-4c41-9985-d39c50d83c73" providerId="ADAL" clId="{7F9681A8-EEE2-56F4-9B39-ECCBEE0471AC}" dt="2026-01-19T05:28:39.780" v="17732"/>
          <ac:spMkLst>
            <pc:docMk/>
            <pc:sldMk cId="1505612982" sldId="342"/>
            <ac:spMk id="8" creationId="{F79CAFBC-2233-B2D2-4A8C-DBF444E0BA4F}"/>
          </ac:spMkLst>
        </pc:spChg>
        <pc:spChg chg="add mod">
          <ac:chgData name="Toby Donaldson" userId="2e6e5431-bb17-4c41-9985-d39c50d83c73" providerId="ADAL" clId="{7F9681A8-EEE2-56F4-9B39-ECCBEE0471AC}" dt="2026-01-19T05:28:39.780" v="17732"/>
          <ac:spMkLst>
            <pc:docMk/>
            <pc:sldMk cId="1505612982" sldId="342"/>
            <ac:spMk id="11" creationId="{0A63F29A-8C45-961A-85FB-698F835F0D57}"/>
          </ac:spMkLst>
        </pc:spChg>
        <pc:spChg chg="del">
          <ac:chgData name="Toby Donaldson" userId="2e6e5431-bb17-4c41-9985-d39c50d83c73" providerId="ADAL" clId="{7F9681A8-EEE2-56F4-9B39-ECCBEE0471AC}" dt="2026-01-19T05:21:25.103" v="17277" actId="21"/>
          <ac:spMkLst>
            <pc:docMk/>
            <pc:sldMk cId="1505612982" sldId="342"/>
            <ac:spMk id="12" creationId="{6636083F-8A96-EBEF-34DC-4B10A78E602E}"/>
          </ac:spMkLst>
        </pc:spChg>
        <pc:spChg chg="del">
          <ac:chgData name="Toby Donaldson" userId="2e6e5431-bb17-4c41-9985-d39c50d83c73" providerId="ADAL" clId="{7F9681A8-EEE2-56F4-9B39-ECCBEE0471AC}" dt="2026-01-19T05:28:16.783" v="17728" actId="21"/>
          <ac:spMkLst>
            <pc:docMk/>
            <pc:sldMk cId="1505612982" sldId="342"/>
            <ac:spMk id="46" creationId="{6E15D2FB-23C4-E2EE-47CC-59638E7318F9}"/>
          </ac:spMkLst>
        </pc:spChg>
        <pc:cxnChg chg="add mod">
          <ac:chgData name="Toby Donaldson" userId="2e6e5431-bb17-4c41-9985-d39c50d83c73" providerId="ADAL" clId="{7F9681A8-EEE2-56F4-9B39-ECCBEE0471AC}" dt="2026-01-19T05:28:39.780" v="17732"/>
          <ac:cxnSpMkLst>
            <pc:docMk/>
            <pc:sldMk cId="1505612982" sldId="342"/>
            <ac:cxnSpMk id="10" creationId="{0ABC65A7-CD44-B8D8-5A3C-59BF1D20C9B0}"/>
          </ac:cxnSpMkLst>
        </pc:cxnChg>
        <pc:cxnChg chg="del mod">
          <ac:chgData name="Toby Donaldson" userId="2e6e5431-bb17-4c41-9985-d39c50d83c73" providerId="ADAL" clId="{7F9681A8-EEE2-56F4-9B39-ECCBEE0471AC}" dt="2026-01-19T05:28:16.783" v="17728" actId="21"/>
          <ac:cxnSpMkLst>
            <pc:docMk/>
            <pc:sldMk cId="1505612982" sldId="342"/>
            <ac:cxnSpMk id="48" creationId="{170C43CB-A3A2-CC92-F55A-2B5F61BBAC86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8:36.150" v="17731"/>
        <pc:sldMkLst>
          <pc:docMk/>
          <pc:sldMk cId="557694227" sldId="343"/>
        </pc:sldMkLst>
        <pc:spChg chg="mod">
          <ac:chgData name="Toby Donaldson" userId="2e6e5431-bb17-4c41-9985-d39c50d83c73" providerId="ADAL" clId="{7F9681A8-EEE2-56F4-9B39-ECCBEE0471AC}" dt="2026-01-19T05:20:30.813" v="17218" actId="14100"/>
          <ac:spMkLst>
            <pc:docMk/>
            <pc:sldMk cId="557694227" sldId="343"/>
            <ac:spMk id="3" creationId="{9EA3EFAB-2078-53FB-4B3B-E2AE3698F746}"/>
          </ac:spMkLst>
        </pc:spChg>
        <pc:spChg chg="mod">
          <ac:chgData name="Toby Donaldson" userId="2e6e5431-bb17-4c41-9985-d39c50d83c73" providerId="ADAL" clId="{7F9681A8-EEE2-56F4-9B39-ECCBEE0471AC}" dt="2026-01-19T05:20:12.883" v="17216" actId="20577"/>
          <ac:spMkLst>
            <pc:docMk/>
            <pc:sldMk cId="557694227" sldId="343"/>
            <ac:spMk id="4" creationId="{EA720582-FD2B-451C-C99C-F8B54184126B}"/>
          </ac:spMkLst>
        </pc:spChg>
        <pc:spChg chg="add mod">
          <ac:chgData name="Toby Donaldson" userId="2e6e5431-bb17-4c41-9985-d39c50d83c73" providerId="ADAL" clId="{7F9681A8-EEE2-56F4-9B39-ECCBEE0471AC}" dt="2026-01-19T05:28:36.150" v="17731"/>
          <ac:spMkLst>
            <pc:docMk/>
            <pc:sldMk cId="557694227" sldId="343"/>
            <ac:spMk id="7" creationId="{F54973F4-D806-5AD0-B3E1-33F30F8906EA}"/>
          </ac:spMkLst>
        </pc:spChg>
        <pc:spChg chg="add mod">
          <ac:chgData name="Toby Donaldson" userId="2e6e5431-bb17-4c41-9985-d39c50d83c73" providerId="ADAL" clId="{7F9681A8-EEE2-56F4-9B39-ECCBEE0471AC}" dt="2026-01-19T05:28:36.150" v="17731"/>
          <ac:spMkLst>
            <pc:docMk/>
            <pc:sldMk cId="557694227" sldId="343"/>
            <ac:spMk id="10" creationId="{3465CA8C-3748-847C-EEFB-0957AB3C3EA9}"/>
          </ac:spMkLst>
        </pc:spChg>
        <pc:spChg chg="mod">
          <ac:chgData name="Toby Donaldson" userId="2e6e5431-bb17-4c41-9985-d39c50d83c73" providerId="ADAL" clId="{7F9681A8-EEE2-56F4-9B39-ECCBEE0471AC}" dt="2026-01-19T05:20:51.462" v="17273" actId="1076"/>
          <ac:spMkLst>
            <pc:docMk/>
            <pc:sldMk cId="557694227" sldId="343"/>
            <ac:spMk id="12" creationId="{65664232-D826-045F-7F3E-B735DEAFC69A}"/>
          </ac:spMkLst>
        </pc:spChg>
        <pc:spChg chg="del">
          <ac:chgData name="Toby Donaldson" userId="2e6e5431-bb17-4c41-9985-d39c50d83c73" providerId="ADAL" clId="{7F9681A8-EEE2-56F4-9B39-ECCBEE0471AC}" dt="2026-01-19T05:28:12.188" v="17727" actId="21"/>
          <ac:spMkLst>
            <pc:docMk/>
            <pc:sldMk cId="557694227" sldId="343"/>
            <ac:spMk id="46" creationId="{9C868B47-50F1-CA3B-9BB0-6851A943E252}"/>
          </ac:spMkLst>
        </pc:spChg>
        <pc:cxnChg chg="add mod">
          <ac:chgData name="Toby Donaldson" userId="2e6e5431-bb17-4c41-9985-d39c50d83c73" providerId="ADAL" clId="{7F9681A8-EEE2-56F4-9B39-ECCBEE0471AC}" dt="2026-01-19T05:28:36.150" v="17731"/>
          <ac:cxnSpMkLst>
            <pc:docMk/>
            <pc:sldMk cId="557694227" sldId="343"/>
            <ac:cxnSpMk id="8" creationId="{4BAA7D6D-647E-5AAC-F9BD-EF800F368A04}"/>
          </ac:cxnSpMkLst>
        </pc:cxnChg>
        <pc:cxnChg chg="del mod">
          <ac:chgData name="Toby Donaldson" userId="2e6e5431-bb17-4c41-9985-d39c50d83c73" providerId="ADAL" clId="{7F9681A8-EEE2-56F4-9B39-ECCBEE0471AC}" dt="2026-01-19T05:28:12.188" v="17727" actId="21"/>
          <ac:cxnSpMkLst>
            <pc:docMk/>
            <pc:sldMk cId="557694227" sldId="343"/>
            <ac:cxnSpMk id="48" creationId="{790275DE-886C-6A50-CEAC-4119CB3311FC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9:15.256" v="17765" actId="20577"/>
        <pc:sldMkLst>
          <pc:docMk/>
          <pc:sldMk cId="2338666839" sldId="344"/>
        </pc:sldMkLst>
        <pc:spChg chg="mod">
          <ac:chgData name="Toby Donaldson" userId="2e6e5431-bb17-4c41-9985-d39c50d83c73" providerId="ADAL" clId="{7F9681A8-EEE2-56F4-9B39-ECCBEE0471AC}" dt="2026-01-19T05:29:15.256" v="17765" actId="20577"/>
          <ac:spMkLst>
            <pc:docMk/>
            <pc:sldMk cId="2338666839" sldId="344"/>
            <ac:spMk id="7" creationId="{75F54FC4-110E-7FAF-4099-C40331E7FDCA}"/>
          </ac:spMkLst>
        </pc:spChg>
        <pc:spChg chg="add mod">
          <ac:chgData name="Toby Donaldson" userId="2e6e5431-bb17-4c41-9985-d39c50d83c73" providerId="ADAL" clId="{7F9681A8-EEE2-56F4-9B39-ECCBEE0471AC}" dt="2026-01-19T05:28:42.927" v="17733"/>
          <ac:spMkLst>
            <pc:docMk/>
            <pc:sldMk cId="2338666839" sldId="344"/>
            <ac:spMk id="8" creationId="{F643CDB7-0BF1-D42A-ECC7-EAE8595D2D02}"/>
          </ac:spMkLst>
        </pc:spChg>
        <pc:spChg chg="add mod">
          <ac:chgData name="Toby Donaldson" userId="2e6e5431-bb17-4c41-9985-d39c50d83c73" providerId="ADAL" clId="{7F9681A8-EEE2-56F4-9B39-ECCBEE0471AC}" dt="2026-01-19T05:28:42.927" v="17733"/>
          <ac:spMkLst>
            <pc:docMk/>
            <pc:sldMk cId="2338666839" sldId="344"/>
            <ac:spMk id="11" creationId="{EA00DD6F-0C0C-87F8-16C3-DCD88D955939}"/>
          </ac:spMkLst>
        </pc:spChg>
        <pc:spChg chg="del">
          <ac:chgData name="Toby Donaldson" userId="2e6e5431-bb17-4c41-9985-d39c50d83c73" providerId="ADAL" clId="{7F9681A8-EEE2-56F4-9B39-ECCBEE0471AC}" dt="2026-01-19T05:28:21.352" v="17729" actId="21"/>
          <ac:spMkLst>
            <pc:docMk/>
            <pc:sldMk cId="2338666839" sldId="344"/>
            <ac:spMk id="46" creationId="{4E4572A0-EDAF-4FC4-EA96-425D160E6F57}"/>
          </ac:spMkLst>
        </pc:spChg>
        <pc:cxnChg chg="add mod">
          <ac:chgData name="Toby Donaldson" userId="2e6e5431-bb17-4c41-9985-d39c50d83c73" providerId="ADAL" clId="{7F9681A8-EEE2-56F4-9B39-ECCBEE0471AC}" dt="2026-01-19T05:28:42.927" v="17733"/>
          <ac:cxnSpMkLst>
            <pc:docMk/>
            <pc:sldMk cId="2338666839" sldId="344"/>
            <ac:cxnSpMk id="10" creationId="{67660D1E-1712-8404-3C06-1C33A1548B5E}"/>
          </ac:cxnSpMkLst>
        </pc:cxnChg>
        <pc:cxnChg chg="del mod">
          <ac:chgData name="Toby Donaldson" userId="2e6e5431-bb17-4c41-9985-d39c50d83c73" providerId="ADAL" clId="{7F9681A8-EEE2-56F4-9B39-ECCBEE0471AC}" dt="2026-01-19T05:28:21.352" v="17729" actId="21"/>
          <ac:cxnSpMkLst>
            <pc:docMk/>
            <pc:sldMk cId="2338666839" sldId="344"/>
            <ac:cxnSpMk id="48" creationId="{810BD1BF-1396-75CB-ECE4-1ECDB23F639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5:27:23.634" v="17725" actId="2711"/>
        <pc:sldMkLst>
          <pc:docMk/>
          <pc:sldMk cId="1062353570" sldId="345"/>
        </pc:sldMkLst>
        <pc:spChg chg="mod">
          <ac:chgData name="Toby Donaldson" userId="2e6e5431-bb17-4c41-9985-d39c50d83c73" providerId="ADAL" clId="{7F9681A8-EEE2-56F4-9B39-ECCBEE0471AC}" dt="2026-01-19T05:22:40.230" v="17349" actId="14100"/>
          <ac:spMkLst>
            <pc:docMk/>
            <pc:sldMk cId="1062353570" sldId="345"/>
            <ac:spMk id="8" creationId="{51CE2C19-E898-F2BD-A21E-6FCAF1EFE6A3}"/>
          </ac:spMkLst>
        </pc:spChg>
        <pc:spChg chg="mod">
          <ac:chgData name="Toby Donaldson" userId="2e6e5431-bb17-4c41-9985-d39c50d83c73" providerId="ADAL" clId="{7F9681A8-EEE2-56F4-9B39-ECCBEE0471AC}" dt="2026-01-19T05:23:53.830" v="17502" actId="1076"/>
          <ac:spMkLst>
            <pc:docMk/>
            <pc:sldMk cId="1062353570" sldId="345"/>
            <ac:spMk id="21" creationId="{8F6B5574-D09C-7D1B-2CEB-7548383D169B}"/>
          </ac:spMkLst>
        </pc:spChg>
        <pc:spChg chg="add mod">
          <ac:chgData name="Toby Donaldson" userId="2e6e5431-bb17-4c41-9985-d39c50d83c73" providerId="ADAL" clId="{7F9681A8-EEE2-56F4-9B39-ECCBEE0471AC}" dt="2026-01-19T05:27:23.634" v="17725" actId="2711"/>
          <ac:spMkLst>
            <pc:docMk/>
            <pc:sldMk cId="1062353570" sldId="345"/>
            <ac:spMk id="51" creationId="{DF2ACA1C-883F-BC17-EC3F-E55221727AC9}"/>
          </ac:spMkLst>
        </pc:spChg>
        <pc:spChg chg="add mod">
          <ac:chgData name="Toby Donaldson" userId="2e6e5431-bb17-4c41-9985-d39c50d83c73" providerId="ADAL" clId="{7F9681A8-EEE2-56F4-9B39-ECCBEE0471AC}" dt="2026-01-19T05:26:28.169" v="17714" actId="1076"/>
          <ac:spMkLst>
            <pc:docMk/>
            <pc:sldMk cId="1062353570" sldId="345"/>
            <ac:spMk id="66" creationId="{13E76F45-620A-7475-5C02-C2C97E8363B5}"/>
          </ac:spMkLst>
        </pc:spChg>
        <pc:spChg chg="del">
          <ac:chgData name="Toby Donaldson" userId="2e6e5431-bb17-4c41-9985-d39c50d83c73" providerId="ADAL" clId="{7F9681A8-EEE2-56F4-9B39-ECCBEE0471AC}" dt="2026-01-19T05:23:34.444" v="17497" actId="21"/>
          <ac:spMkLst>
            <pc:docMk/>
            <pc:sldMk cId="1062353570" sldId="345"/>
            <ac:spMk id="69" creationId="{CB46CD39-123A-B583-8EC8-97AE70AEF8C2}"/>
          </ac:spMkLst>
        </pc:spChg>
        <pc:cxnChg chg="add mod">
          <ac:chgData name="Toby Donaldson" userId="2e6e5431-bb17-4c41-9985-d39c50d83c73" providerId="ADAL" clId="{7F9681A8-EEE2-56F4-9B39-ECCBEE0471AC}" dt="2026-01-19T05:23:53.830" v="17502" actId="1076"/>
          <ac:cxnSpMkLst>
            <pc:docMk/>
            <pc:sldMk cId="1062353570" sldId="345"/>
            <ac:cxnSpMk id="3" creationId="{428B7C59-D9AA-929D-930C-53F030404A79}"/>
          </ac:cxnSpMkLst>
        </pc:cxnChg>
        <pc:cxnChg chg="del mod">
          <ac:chgData name="Toby Donaldson" userId="2e6e5431-bb17-4c41-9985-d39c50d83c73" providerId="ADAL" clId="{7F9681A8-EEE2-56F4-9B39-ECCBEE0471AC}" dt="2026-01-19T05:22:34.484" v="17347" actId="21"/>
          <ac:cxnSpMkLst>
            <pc:docMk/>
            <pc:sldMk cId="1062353570" sldId="345"/>
            <ac:cxnSpMk id="39" creationId="{1D390494-26DB-3392-F2BA-F8842C3FAD88}"/>
          </ac:cxnSpMkLst>
        </pc:cxnChg>
        <pc:cxnChg chg="del mod">
          <ac:chgData name="Toby Donaldson" userId="2e6e5431-bb17-4c41-9985-d39c50d83c73" providerId="ADAL" clId="{7F9681A8-EEE2-56F4-9B39-ECCBEE0471AC}" dt="2026-01-19T05:22:43.409" v="17350" actId="21"/>
          <ac:cxnSpMkLst>
            <pc:docMk/>
            <pc:sldMk cId="1062353570" sldId="345"/>
            <ac:cxnSpMk id="52" creationId="{540CB3C5-7DF7-9409-F1C4-02AFADF1045A}"/>
          </ac:cxnSpMkLst>
        </pc:cxnChg>
        <pc:cxnChg chg="add mod">
          <ac:chgData name="Toby Donaldson" userId="2e6e5431-bb17-4c41-9985-d39c50d83c73" providerId="ADAL" clId="{7F9681A8-EEE2-56F4-9B39-ECCBEE0471AC}" dt="2026-01-19T05:27:01.565" v="17720" actId="1076"/>
          <ac:cxnSpMkLst>
            <pc:docMk/>
            <pc:sldMk cId="1062353570" sldId="345"/>
            <ac:cxnSpMk id="57" creationId="{52116701-A0C6-E37F-EDFF-6BB55AA3608E}"/>
          </ac:cxnSpMkLst>
        </pc:cxnChg>
        <pc:cxnChg chg="add mod">
          <ac:chgData name="Toby Donaldson" userId="2e6e5431-bb17-4c41-9985-d39c50d83c73" providerId="ADAL" clId="{7F9681A8-EEE2-56F4-9B39-ECCBEE0471AC}" dt="2026-01-19T05:26:42.329" v="17717" actId="14100"/>
          <ac:cxnSpMkLst>
            <pc:docMk/>
            <pc:sldMk cId="1062353570" sldId="345"/>
            <ac:cxnSpMk id="70" creationId="{17E492C4-0E7E-37D6-E193-B57FA5BBB848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1-19T05:25:41.222" v="17667" actId="20578"/>
        <pc:sldMkLst>
          <pc:docMk/>
          <pc:sldMk cId="3839754400" sldId="346"/>
        </pc:sldMkLst>
        <pc:spChg chg="del">
          <ac:chgData name="Toby Donaldson" userId="2e6e5431-bb17-4c41-9985-d39c50d83c73" providerId="ADAL" clId="{7F9681A8-EEE2-56F4-9B39-ECCBEE0471AC}" dt="2026-01-19T05:25:17.582" v="17666" actId="21"/>
          <ac:spMkLst>
            <pc:docMk/>
            <pc:sldMk cId="3839754400" sldId="346"/>
            <ac:spMk id="51" creationId="{7D8FD0F8-BB0A-66D5-FA8D-1AEEF989B2BE}"/>
          </ac:spMkLst>
        </pc:spChg>
        <pc:cxnChg chg="del mod">
          <ac:chgData name="Toby Donaldson" userId="2e6e5431-bb17-4c41-9985-d39c50d83c73" providerId="ADAL" clId="{7F9681A8-EEE2-56F4-9B39-ECCBEE0471AC}" dt="2026-01-19T05:25:17.582" v="17666" actId="21"/>
          <ac:cxnSpMkLst>
            <pc:docMk/>
            <pc:sldMk cId="3839754400" sldId="346"/>
            <ac:cxnSpMk id="57" creationId="{6014A6F7-62C5-A674-751B-57C09A8C949D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1-19T05:37:06.502" v="18260" actId="21"/>
        <pc:sldMkLst>
          <pc:docMk/>
          <pc:sldMk cId="2738294030" sldId="347"/>
        </pc:sldMkLst>
        <pc:spChg chg="mod">
          <ac:chgData name="Toby Donaldson" userId="2e6e5431-bb17-4c41-9985-d39c50d83c73" providerId="ADAL" clId="{7F9681A8-EEE2-56F4-9B39-ECCBEE0471AC}" dt="2026-01-19T05:33:20.220" v="18119" actId="1076"/>
          <ac:spMkLst>
            <pc:docMk/>
            <pc:sldMk cId="2738294030" sldId="347"/>
            <ac:spMk id="2" creationId="{DFDBD973-A275-F264-3AB9-6DF03F532B0F}"/>
          </ac:spMkLst>
        </pc:spChg>
        <pc:spChg chg="del">
          <ac:chgData name="Toby Donaldson" userId="2e6e5431-bb17-4c41-9985-d39c50d83c73" providerId="ADAL" clId="{7F9681A8-EEE2-56F4-9B39-ECCBEE0471AC}" dt="2026-01-19T05:29:57.868" v="17780" actId="21"/>
          <ac:spMkLst>
            <pc:docMk/>
            <pc:sldMk cId="2738294030" sldId="347"/>
            <ac:spMk id="3" creationId="{AAB8BA53-B59D-FEF1-58F5-C3AB5EDB2913}"/>
          </ac:spMkLst>
        </pc:spChg>
        <pc:spChg chg="add mod">
          <ac:chgData name="Toby Donaldson" userId="2e6e5431-bb17-4c41-9985-d39c50d83c73" providerId="ADAL" clId="{7F9681A8-EEE2-56F4-9B39-ECCBEE0471AC}" dt="2026-01-19T05:30:24.647" v="17785" actId="1076"/>
          <ac:spMkLst>
            <pc:docMk/>
            <pc:sldMk cId="2738294030" sldId="347"/>
            <ac:spMk id="4" creationId="{FBF49E83-8F4B-A315-FA9F-2F9A15C1DEC2}"/>
          </ac:spMkLst>
        </pc:spChg>
        <pc:spChg chg="add mod">
          <ac:chgData name="Toby Donaldson" userId="2e6e5431-bb17-4c41-9985-d39c50d83c73" providerId="ADAL" clId="{7F9681A8-EEE2-56F4-9B39-ECCBEE0471AC}" dt="2026-01-19T05:31:09.464" v="17931" actId="1076"/>
          <ac:spMkLst>
            <pc:docMk/>
            <pc:sldMk cId="2738294030" sldId="347"/>
            <ac:spMk id="5" creationId="{B5010B63-BC07-C20E-5CAB-17A63C0404B3}"/>
          </ac:spMkLst>
        </pc:spChg>
        <pc:spChg chg="add del mod">
          <ac:chgData name="Toby Donaldson" userId="2e6e5431-bb17-4c41-9985-d39c50d83c73" providerId="ADAL" clId="{7F9681A8-EEE2-56F4-9B39-ECCBEE0471AC}" dt="2026-01-19T05:37:06.502" v="18260" actId="21"/>
          <ac:spMkLst>
            <pc:docMk/>
            <pc:sldMk cId="2738294030" sldId="347"/>
            <ac:spMk id="6" creationId="{F1EB5EEF-26F0-24EC-879F-8FAC5389005E}"/>
          </ac:spMkLst>
        </pc:spChg>
        <pc:spChg chg="add mod">
          <ac:chgData name="Toby Donaldson" userId="2e6e5431-bb17-4c41-9985-d39c50d83c73" providerId="ADAL" clId="{7F9681A8-EEE2-56F4-9B39-ECCBEE0471AC}" dt="2026-01-19T05:35:04.090" v="18138" actId="2711"/>
          <ac:spMkLst>
            <pc:docMk/>
            <pc:sldMk cId="2738294030" sldId="347"/>
            <ac:spMk id="17" creationId="{F9521896-AACD-0A04-4AF7-588FCB0D901F}"/>
          </ac:spMkLst>
        </pc:spChg>
        <pc:spChg chg="add mod">
          <ac:chgData name="Toby Donaldson" userId="2e6e5431-bb17-4c41-9985-d39c50d83c73" providerId="ADAL" clId="{7F9681A8-EEE2-56F4-9B39-ECCBEE0471AC}" dt="2026-01-19T05:35:29.925" v="18145" actId="20577"/>
          <ac:spMkLst>
            <pc:docMk/>
            <pc:sldMk cId="2738294030" sldId="347"/>
            <ac:spMk id="24" creationId="{E218E32B-F954-D032-7A60-238201BB5885}"/>
          </ac:spMkLst>
        </pc:spChg>
        <pc:spChg chg="add mod">
          <ac:chgData name="Toby Donaldson" userId="2e6e5431-bb17-4c41-9985-d39c50d83c73" providerId="ADAL" clId="{7F9681A8-EEE2-56F4-9B39-ECCBEE0471AC}" dt="2026-01-19T05:35:33.613" v="18147" actId="20577"/>
          <ac:spMkLst>
            <pc:docMk/>
            <pc:sldMk cId="2738294030" sldId="347"/>
            <ac:spMk id="30" creationId="{0E4A2327-EF5C-48CD-68B5-6B8C8E61941F}"/>
          </ac:spMkLst>
        </pc:spChg>
        <pc:spChg chg="add mod">
          <ac:chgData name="Toby Donaldson" userId="2e6e5431-bb17-4c41-9985-d39c50d83c73" providerId="ADAL" clId="{7F9681A8-EEE2-56F4-9B39-ECCBEE0471AC}" dt="2026-01-19T05:36:06.665" v="18257" actId="1076"/>
          <ac:spMkLst>
            <pc:docMk/>
            <pc:sldMk cId="2738294030" sldId="347"/>
            <ac:spMk id="32" creationId="{39715778-898B-AD02-6158-3935FFBFB655}"/>
          </ac:spMkLst>
        </pc:spChg>
        <pc:grpChg chg="add mod">
          <ac:chgData name="Toby Donaldson" userId="2e6e5431-bb17-4c41-9985-d39c50d83c73" providerId="ADAL" clId="{7F9681A8-EEE2-56F4-9B39-ECCBEE0471AC}" dt="2026-01-19T05:33:51.683" v="18125" actId="164"/>
          <ac:grpSpMkLst>
            <pc:docMk/>
            <pc:sldMk cId="2738294030" sldId="347"/>
            <ac:grpSpMk id="13" creationId="{4A93AFC5-AF60-6E33-C25F-AC4998E7CF4F}"/>
          </ac:grpSpMkLst>
        </pc:grpChg>
        <pc:grpChg chg="add mod">
          <ac:chgData name="Toby Donaldson" userId="2e6e5431-bb17-4c41-9985-d39c50d83c73" providerId="ADAL" clId="{7F9681A8-EEE2-56F4-9B39-ECCBEE0471AC}" dt="2026-01-19T05:34:44.232" v="18134" actId="1076"/>
          <ac:grpSpMkLst>
            <pc:docMk/>
            <pc:sldMk cId="2738294030" sldId="347"/>
            <ac:grpSpMk id="16" creationId="{81EC8D65-0A15-0F91-2775-BE2E5FA6B496}"/>
          </ac:grpSpMkLst>
        </pc:grpChg>
        <pc:grpChg chg="add mod">
          <ac:chgData name="Toby Donaldson" userId="2e6e5431-bb17-4c41-9985-d39c50d83c73" providerId="ADAL" clId="{7F9681A8-EEE2-56F4-9B39-ECCBEE0471AC}" dt="2026-01-19T05:35:21.519" v="18141" actId="1076"/>
          <ac:grpSpMkLst>
            <pc:docMk/>
            <pc:sldMk cId="2738294030" sldId="347"/>
            <ac:grpSpMk id="20" creationId="{46040EAE-7CA5-78BC-2572-031DF33B67B7}"/>
          </ac:grpSpMkLst>
        </pc:grpChg>
        <pc:grpChg chg="add mod">
          <ac:chgData name="Toby Donaldson" userId="2e6e5431-bb17-4c41-9985-d39c50d83c73" providerId="ADAL" clId="{7F9681A8-EEE2-56F4-9B39-ECCBEE0471AC}" dt="2026-01-19T05:35:26.218" v="18143" actId="1076"/>
          <ac:grpSpMkLst>
            <pc:docMk/>
            <pc:sldMk cId="2738294030" sldId="347"/>
            <ac:grpSpMk id="26" creationId="{9ABC7C33-6D3E-2C81-85C4-1C407FD78F25}"/>
          </ac:grpSpMkLst>
        </pc:grpChg>
        <pc:cxnChg chg="add mod">
          <ac:chgData name="Toby Donaldson" userId="2e6e5431-bb17-4c41-9985-d39c50d83c73" providerId="ADAL" clId="{7F9681A8-EEE2-56F4-9B39-ECCBEE0471AC}" dt="2026-01-19T05:34:23.848" v="18130" actId="164"/>
          <ac:cxnSpMkLst>
            <pc:docMk/>
            <pc:sldMk cId="2738294030" sldId="347"/>
            <ac:cxnSpMk id="8" creationId="{9C7EAF0D-3C06-3E84-230A-1F431E4DC8FF}"/>
          </ac:cxnSpMkLst>
        </pc:cxnChg>
        <pc:cxnChg chg="add mod">
          <ac:chgData name="Toby Donaldson" userId="2e6e5431-bb17-4c41-9985-d39c50d83c73" providerId="ADAL" clId="{7F9681A8-EEE2-56F4-9B39-ECCBEE0471AC}" dt="2026-01-19T05:34:23.848" v="18130" actId="164"/>
          <ac:cxnSpMkLst>
            <pc:docMk/>
            <pc:sldMk cId="2738294030" sldId="347"/>
            <ac:cxnSpMk id="9" creationId="{355D0B45-EE00-49F2-27A5-7EC02910982D}"/>
          </ac:cxnSpMkLst>
        </pc:cxnChg>
        <pc:cxnChg chg="add mod">
          <ac:chgData name="Toby Donaldson" userId="2e6e5431-bb17-4c41-9985-d39c50d83c73" providerId="ADAL" clId="{7F9681A8-EEE2-56F4-9B39-ECCBEE0471AC}" dt="2026-01-19T05:34:23.848" v="18130" actId="164"/>
          <ac:cxnSpMkLst>
            <pc:docMk/>
            <pc:sldMk cId="2738294030" sldId="347"/>
            <ac:cxnSpMk id="11" creationId="{E17548A6-ED96-5E9B-46A7-09FF2D565C9C}"/>
          </ac:cxnSpMkLst>
        </pc:cxnChg>
        <pc:cxnChg chg="add">
          <ac:chgData name="Toby Donaldson" userId="2e6e5431-bb17-4c41-9985-d39c50d83c73" providerId="ADAL" clId="{7F9681A8-EEE2-56F4-9B39-ECCBEE0471AC}" dt="2026-01-19T05:35:13.663" v="18139" actId="11529"/>
          <ac:cxnSpMkLst>
            <pc:docMk/>
            <pc:sldMk cId="2738294030" sldId="347"/>
            <ac:cxnSpMk id="19" creationId="{AD31E700-0F3B-AEF9-5E70-D9AB8EF3B03D}"/>
          </ac:cxnSpMkLst>
        </pc:cxnChg>
        <pc:cxnChg chg="mod">
          <ac:chgData name="Toby Donaldson" userId="2e6e5431-bb17-4c41-9985-d39c50d83c73" providerId="ADAL" clId="{7F9681A8-EEE2-56F4-9B39-ECCBEE0471AC}" dt="2026-01-19T05:35:17.842" v="18140"/>
          <ac:cxnSpMkLst>
            <pc:docMk/>
            <pc:sldMk cId="2738294030" sldId="347"/>
            <ac:cxnSpMk id="21" creationId="{237B6945-31E7-5690-B28C-07445420FED6}"/>
          </ac:cxnSpMkLst>
        </pc:cxnChg>
        <pc:cxnChg chg="mod">
          <ac:chgData name="Toby Donaldson" userId="2e6e5431-bb17-4c41-9985-d39c50d83c73" providerId="ADAL" clId="{7F9681A8-EEE2-56F4-9B39-ECCBEE0471AC}" dt="2026-01-19T05:35:17.842" v="18140"/>
          <ac:cxnSpMkLst>
            <pc:docMk/>
            <pc:sldMk cId="2738294030" sldId="347"/>
            <ac:cxnSpMk id="22" creationId="{BB7E6CF5-9160-19DE-EC15-11B676451C04}"/>
          </ac:cxnSpMkLst>
        </pc:cxnChg>
        <pc:cxnChg chg="mod">
          <ac:chgData name="Toby Donaldson" userId="2e6e5431-bb17-4c41-9985-d39c50d83c73" providerId="ADAL" clId="{7F9681A8-EEE2-56F4-9B39-ECCBEE0471AC}" dt="2026-01-19T05:35:17.842" v="18140"/>
          <ac:cxnSpMkLst>
            <pc:docMk/>
            <pc:sldMk cId="2738294030" sldId="347"/>
            <ac:cxnSpMk id="23" creationId="{5727920E-C004-5D0B-FF84-12240AB165C4}"/>
          </ac:cxnSpMkLst>
        </pc:cxnChg>
        <pc:cxnChg chg="add mod">
          <ac:chgData name="Toby Donaldson" userId="2e6e5431-bb17-4c41-9985-d39c50d83c73" providerId="ADAL" clId="{7F9681A8-EEE2-56F4-9B39-ECCBEE0471AC}" dt="2026-01-19T05:35:29.925" v="18145" actId="20577"/>
          <ac:cxnSpMkLst>
            <pc:docMk/>
            <pc:sldMk cId="2738294030" sldId="347"/>
            <ac:cxnSpMk id="25" creationId="{9DFE8BB9-83C9-38CD-E070-9D869E1C5809}"/>
          </ac:cxnSpMkLst>
        </pc:cxnChg>
        <pc:cxnChg chg="mod">
          <ac:chgData name="Toby Donaldson" userId="2e6e5431-bb17-4c41-9985-d39c50d83c73" providerId="ADAL" clId="{7F9681A8-EEE2-56F4-9B39-ECCBEE0471AC}" dt="2026-01-19T05:35:22.507" v="18142"/>
          <ac:cxnSpMkLst>
            <pc:docMk/>
            <pc:sldMk cId="2738294030" sldId="347"/>
            <ac:cxnSpMk id="27" creationId="{9DDF559B-F805-E0E5-ADB0-0C43ECE7DD6B}"/>
          </ac:cxnSpMkLst>
        </pc:cxnChg>
        <pc:cxnChg chg="mod">
          <ac:chgData name="Toby Donaldson" userId="2e6e5431-bb17-4c41-9985-d39c50d83c73" providerId="ADAL" clId="{7F9681A8-EEE2-56F4-9B39-ECCBEE0471AC}" dt="2026-01-19T05:35:22.507" v="18142"/>
          <ac:cxnSpMkLst>
            <pc:docMk/>
            <pc:sldMk cId="2738294030" sldId="347"/>
            <ac:cxnSpMk id="28" creationId="{915A705A-F6BF-0A48-9B2D-A2ABEB29BB22}"/>
          </ac:cxnSpMkLst>
        </pc:cxnChg>
        <pc:cxnChg chg="mod">
          <ac:chgData name="Toby Donaldson" userId="2e6e5431-bb17-4c41-9985-d39c50d83c73" providerId="ADAL" clId="{7F9681A8-EEE2-56F4-9B39-ECCBEE0471AC}" dt="2026-01-19T05:35:22.507" v="18142"/>
          <ac:cxnSpMkLst>
            <pc:docMk/>
            <pc:sldMk cId="2738294030" sldId="347"/>
            <ac:cxnSpMk id="29" creationId="{3395BC86-B65A-114D-6BE6-2128C6CEF0D8}"/>
          </ac:cxnSpMkLst>
        </pc:cxnChg>
        <pc:cxnChg chg="add mod">
          <ac:chgData name="Toby Donaldson" userId="2e6e5431-bb17-4c41-9985-d39c50d83c73" providerId="ADAL" clId="{7F9681A8-EEE2-56F4-9B39-ECCBEE0471AC}" dt="2026-01-19T05:35:33.613" v="18147" actId="20577"/>
          <ac:cxnSpMkLst>
            <pc:docMk/>
            <pc:sldMk cId="2738294030" sldId="347"/>
            <ac:cxnSpMk id="31" creationId="{B0B8949D-8BC6-275A-BE25-FD4B27A7B6AE}"/>
          </ac:cxnSpMkLst>
        </pc:cxnChg>
        <pc:cxnChg chg="add">
          <ac:chgData name="Toby Donaldson" userId="2e6e5431-bb17-4c41-9985-d39c50d83c73" providerId="ADAL" clId="{7F9681A8-EEE2-56F4-9B39-ECCBEE0471AC}" dt="2026-01-19T05:36:13.693" v="18258" actId="11529"/>
          <ac:cxnSpMkLst>
            <pc:docMk/>
            <pc:sldMk cId="2738294030" sldId="347"/>
            <ac:cxnSpMk id="34" creationId="{71D3E3FE-66C8-575C-CEE3-26A53ACAD3E8}"/>
          </ac:cxnSpMkLst>
        </pc:cxnChg>
      </pc:sldChg>
      <pc:sldChg chg="add">
        <pc:chgData name="Toby Donaldson" userId="2e6e5431-bb17-4c41-9985-d39c50d83c73" providerId="ADAL" clId="{7F9681A8-EEE2-56F4-9B39-ECCBEE0471AC}" dt="2026-01-19T05:36:56.702" v="18259" actId="2890"/>
        <pc:sldMkLst>
          <pc:docMk/>
          <pc:sldMk cId="1431267672" sldId="348"/>
        </pc:sldMkLst>
      </pc:sldChg>
      <pc:sldChg chg="addSp modSp add mod">
        <pc:chgData name="Toby Donaldson" userId="2e6e5431-bb17-4c41-9985-d39c50d83c73" providerId="ADAL" clId="{7F9681A8-EEE2-56F4-9B39-ECCBEE0471AC}" dt="2026-01-19T05:38:43.332" v="18365" actId="1076"/>
        <pc:sldMkLst>
          <pc:docMk/>
          <pc:sldMk cId="1891178105" sldId="349"/>
        </pc:sldMkLst>
        <pc:spChg chg="add mod">
          <ac:chgData name="Toby Donaldson" userId="2e6e5431-bb17-4c41-9985-d39c50d83c73" providerId="ADAL" clId="{7F9681A8-EEE2-56F4-9B39-ECCBEE0471AC}" dt="2026-01-19T05:38:43.332" v="18365" actId="1076"/>
          <ac:spMkLst>
            <pc:docMk/>
            <pc:sldMk cId="1891178105" sldId="349"/>
            <ac:spMk id="3" creationId="{5262BBFB-8B8A-11D0-1415-332A5C7E46C2}"/>
          </ac:spMkLst>
        </pc:spChg>
      </pc:sldChg>
      <pc:sldChg chg="addSp delSp modSp new del mod">
        <pc:chgData name="Toby Donaldson" userId="2e6e5431-bb17-4c41-9985-d39c50d83c73" providerId="ADAL" clId="{7F9681A8-EEE2-56F4-9B39-ECCBEE0471AC}" dt="2026-01-19T05:53:32.254" v="18778" actId="2696"/>
        <pc:sldMkLst>
          <pc:docMk/>
          <pc:sldMk cId="2725420430" sldId="350"/>
        </pc:sldMkLst>
        <pc:spChg chg="mod">
          <ac:chgData name="Toby Donaldson" userId="2e6e5431-bb17-4c41-9985-d39c50d83c73" providerId="ADAL" clId="{7F9681A8-EEE2-56F4-9B39-ECCBEE0471AC}" dt="2026-01-19T05:39:33.742" v="18403" actId="20577"/>
          <ac:spMkLst>
            <pc:docMk/>
            <pc:sldMk cId="2725420430" sldId="350"/>
            <ac:spMk id="2" creationId="{4F6C7514-34E9-DA73-39CC-FC52F063D131}"/>
          </ac:spMkLst>
        </pc:spChg>
        <pc:spChg chg="del">
          <ac:chgData name="Toby Donaldson" userId="2e6e5431-bb17-4c41-9985-d39c50d83c73" providerId="ADAL" clId="{7F9681A8-EEE2-56F4-9B39-ECCBEE0471AC}" dt="2026-01-19T05:39:36.764" v="18404" actId="21"/>
          <ac:spMkLst>
            <pc:docMk/>
            <pc:sldMk cId="2725420430" sldId="350"/>
            <ac:spMk id="3" creationId="{AD3639E1-BB18-18E6-CF22-52128AB97E17}"/>
          </ac:spMkLst>
        </pc:spChg>
        <pc:spChg chg="add mod">
          <ac:chgData name="Toby Donaldson" userId="2e6e5431-bb17-4c41-9985-d39c50d83c73" providerId="ADAL" clId="{7F9681A8-EEE2-56F4-9B39-ECCBEE0471AC}" dt="2026-01-19T05:47:09.011" v="18562" actId="20577"/>
          <ac:spMkLst>
            <pc:docMk/>
            <pc:sldMk cId="2725420430" sldId="350"/>
            <ac:spMk id="4" creationId="{27A28097-6B3F-319A-250D-0969E975D4CE}"/>
          </ac:spMkLst>
        </pc:spChg>
        <pc:spChg chg="add del mod">
          <ac:chgData name="Toby Donaldson" userId="2e6e5431-bb17-4c41-9985-d39c50d83c73" providerId="ADAL" clId="{7F9681A8-EEE2-56F4-9B39-ECCBEE0471AC}" dt="2026-01-19T05:50:37.663" v="18620" actId="21"/>
          <ac:spMkLst>
            <pc:docMk/>
            <pc:sldMk cId="2725420430" sldId="350"/>
            <ac:spMk id="5" creationId="{DD2CA6A7-B8E1-994C-347E-229523D4E207}"/>
          </ac:spMkLst>
        </pc:spChg>
      </pc:sldChg>
      <pc:sldChg chg="addSp modSp add mod ord">
        <pc:chgData name="Toby Donaldson" userId="2e6e5431-bb17-4c41-9985-d39c50d83c73" providerId="ADAL" clId="{7F9681A8-EEE2-56F4-9B39-ECCBEE0471AC}" dt="2026-01-19T05:57:49.173" v="19015" actId="14100"/>
        <pc:sldMkLst>
          <pc:docMk/>
          <pc:sldMk cId="636178645" sldId="351"/>
        </pc:sldMkLst>
        <pc:spChg chg="mod">
          <ac:chgData name="Toby Donaldson" userId="2e6e5431-bb17-4c41-9985-d39c50d83c73" providerId="ADAL" clId="{7F9681A8-EEE2-56F4-9B39-ECCBEE0471AC}" dt="2026-01-19T05:47:35.207" v="18565" actId="1076"/>
          <ac:spMkLst>
            <pc:docMk/>
            <pc:sldMk cId="636178645" sldId="351"/>
            <ac:spMk id="2" creationId="{E1881E27-712D-5FA5-DA8D-C7F64A778505}"/>
          </ac:spMkLst>
        </pc:spChg>
        <pc:spChg chg="add mod">
          <ac:chgData name="Toby Donaldson" userId="2e6e5431-bb17-4c41-9985-d39c50d83c73" providerId="ADAL" clId="{7F9681A8-EEE2-56F4-9B39-ECCBEE0471AC}" dt="2026-01-19T05:48:03.034" v="18590" actId="1076"/>
          <ac:spMkLst>
            <pc:docMk/>
            <pc:sldMk cId="636178645" sldId="351"/>
            <ac:spMk id="3" creationId="{2B612679-F175-A7D3-D385-E1F8A17233BA}"/>
          </ac:spMkLst>
        </pc:spChg>
        <pc:spChg chg="mod">
          <ac:chgData name="Toby Donaldson" userId="2e6e5431-bb17-4c41-9985-d39c50d83c73" providerId="ADAL" clId="{7F9681A8-EEE2-56F4-9B39-ECCBEE0471AC}" dt="2026-01-19T05:53:53.292" v="18785" actId="20577"/>
          <ac:spMkLst>
            <pc:docMk/>
            <pc:sldMk cId="636178645" sldId="351"/>
            <ac:spMk id="4" creationId="{3471E60C-FFC8-DE14-AA56-44CD423E26C6}"/>
          </ac:spMkLst>
        </pc:spChg>
        <pc:spChg chg="add mod">
          <ac:chgData name="Toby Donaldson" userId="2e6e5431-bb17-4c41-9985-d39c50d83c73" providerId="ADAL" clId="{7F9681A8-EEE2-56F4-9B39-ECCBEE0471AC}" dt="2026-01-19T05:48:03.034" v="18590" actId="1076"/>
          <ac:spMkLst>
            <pc:docMk/>
            <pc:sldMk cId="636178645" sldId="351"/>
            <ac:spMk id="5" creationId="{7BC7542C-C27D-0F52-0E14-E3FE2792CD5E}"/>
          </ac:spMkLst>
        </pc:spChg>
        <pc:spChg chg="add mod">
          <ac:chgData name="Toby Donaldson" userId="2e6e5431-bb17-4c41-9985-d39c50d83c73" providerId="ADAL" clId="{7F9681A8-EEE2-56F4-9B39-ECCBEE0471AC}" dt="2026-01-19T05:48:17.819" v="18595" actId="1076"/>
          <ac:spMkLst>
            <pc:docMk/>
            <pc:sldMk cId="636178645" sldId="351"/>
            <ac:spMk id="6" creationId="{B551A8D7-C123-11B0-3182-F967F8236C23}"/>
          </ac:spMkLst>
        </pc:spChg>
        <pc:spChg chg="add mod">
          <ac:chgData name="Toby Donaldson" userId="2e6e5431-bb17-4c41-9985-d39c50d83c73" providerId="ADAL" clId="{7F9681A8-EEE2-56F4-9B39-ECCBEE0471AC}" dt="2026-01-19T05:49:46.704" v="18613" actId="1076"/>
          <ac:spMkLst>
            <pc:docMk/>
            <pc:sldMk cId="636178645" sldId="351"/>
            <ac:spMk id="7" creationId="{5CA8031E-AD24-AAEC-D79A-9381492509D5}"/>
          </ac:spMkLst>
        </pc:spChg>
        <pc:spChg chg="add mod">
          <ac:chgData name="Toby Donaldson" userId="2e6e5431-bb17-4c41-9985-d39c50d83c73" providerId="ADAL" clId="{7F9681A8-EEE2-56F4-9B39-ECCBEE0471AC}" dt="2026-01-19T05:54:09.372" v="18788" actId="14100"/>
          <ac:spMkLst>
            <pc:docMk/>
            <pc:sldMk cId="636178645" sldId="351"/>
            <ac:spMk id="10" creationId="{1783132C-DE09-CAC1-BC6B-E811021DB73C}"/>
          </ac:spMkLst>
        </pc:spChg>
        <pc:spChg chg="add mod">
          <ac:chgData name="Toby Donaldson" userId="2e6e5431-bb17-4c41-9985-d39c50d83c73" providerId="ADAL" clId="{7F9681A8-EEE2-56F4-9B39-ECCBEE0471AC}" dt="2026-01-19T05:55:01.647" v="18903" actId="2711"/>
          <ac:spMkLst>
            <pc:docMk/>
            <pc:sldMk cId="636178645" sldId="351"/>
            <ac:spMk id="11" creationId="{A1BE0FAE-2259-4D93-2652-58532FCD8D32}"/>
          </ac:spMkLst>
        </pc:spChg>
        <pc:spChg chg="add mod">
          <ac:chgData name="Toby Donaldson" userId="2e6e5431-bb17-4c41-9985-d39c50d83c73" providerId="ADAL" clId="{7F9681A8-EEE2-56F4-9B39-ECCBEE0471AC}" dt="2026-01-19T05:55:28.505" v="18911" actId="122"/>
          <ac:spMkLst>
            <pc:docMk/>
            <pc:sldMk cId="636178645" sldId="351"/>
            <ac:spMk id="17" creationId="{F962A18D-FE6A-2FD5-B1B0-C4D2F97CBB27}"/>
          </ac:spMkLst>
        </pc:spChg>
        <pc:spChg chg="add mod">
          <ac:chgData name="Toby Donaldson" userId="2e6e5431-bb17-4c41-9985-d39c50d83c73" providerId="ADAL" clId="{7F9681A8-EEE2-56F4-9B39-ECCBEE0471AC}" dt="2026-01-19T05:57:41.273" v="19013" actId="1076"/>
          <ac:spMkLst>
            <pc:docMk/>
            <pc:sldMk cId="636178645" sldId="351"/>
            <ac:spMk id="18" creationId="{24D715D2-F72C-21D8-A61D-DDF3F7A6C9B4}"/>
          </ac:spMkLst>
        </pc:spChg>
        <pc:cxnChg chg="add">
          <ac:chgData name="Toby Donaldson" userId="2e6e5431-bb17-4c41-9985-d39c50d83c73" providerId="ADAL" clId="{7F9681A8-EEE2-56F4-9B39-ECCBEE0471AC}" dt="2026-01-19T05:49:53.088" v="18614" actId="11529"/>
          <ac:cxnSpMkLst>
            <pc:docMk/>
            <pc:sldMk cId="636178645" sldId="351"/>
            <ac:cxnSpMk id="9" creationId="{C55B7F24-CEBA-2214-CB92-B101EA74408E}"/>
          </ac:cxnSpMkLst>
        </pc:cxnChg>
        <pc:cxnChg chg="add mod">
          <ac:chgData name="Toby Donaldson" userId="2e6e5431-bb17-4c41-9985-d39c50d83c73" providerId="ADAL" clId="{7F9681A8-EEE2-56F4-9B39-ECCBEE0471AC}" dt="2026-01-19T05:54:44.553" v="18883" actId="20577"/>
          <ac:cxnSpMkLst>
            <pc:docMk/>
            <pc:sldMk cId="636178645" sldId="351"/>
            <ac:cxnSpMk id="13" creationId="{5A0C6BB7-8A05-54C7-996C-828D1A778E06}"/>
          </ac:cxnSpMkLst>
        </pc:cxnChg>
        <pc:cxnChg chg="add mod">
          <ac:chgData name="Toby Donaldson" userId="2e6e5431-bb17-4c41-9985-d39c50d83c73" providerId="ADAL" clId="{7F9681A8-EEE2-56F4-9B39-ECCBEE0471AC}" dt="2026-01-19T05:57:49.173" v="19015" actId="14100"/>
          <ac:cxnSpMkLst>
            <pc:docMk/>
            <pc:sldMk cId="636178645" sldId="351"/>
            <ac:cxnSpMk id="19" creationId="{19B1A455-29D4-461A-EBD9-576366647722}"/>
          </ac:cxnSpMkLst>
        </pc:cxnChg>
        <pc:cxnChg chg="add mod">
          <ac:chgData name="Toby Donaldson" userId="2e6e5431-bb17-4c41-9985-d39c50d83c73" providerId="ADAL" clId="{7F9681A8-EEE2-56F4-9B39-ECCBEE0471AC}" dt="2026-01-19T05:57:45.690" v="19014" actId="14100"/>
          <ac:cxnSpMkLst>
            <pc:docMk/>
            <pc:sldMk cId="636178645" sldId="351"/>
            <ac:cxnSpMk id="23" creationId="{AEAF41CC-DF2A-2242-3B78-083E7EE629E4}"/>
          </ac:cxnSpMkLst>
        </pc:cxnChg>
      </pc:sldChg>
      <pc:sldChg chg="addSp modSp add mod ord">
        <pc:chgData name="Toby Donaldson" userId="2e6e5431-bb17-4c41-9985-d39c50d83c73" providerId="ADAL" clId="{7F9681A8-EEE2-56F4-9B39-ECCBEE0471AC}" dt="2026-01-19T05:55:43.602" v="18913"/>
        <pc:sldMkLst>
          <pc:docMk/>
          <pc:sldMk cId="3146800463" sldId="352"/>
        </pc:sldMkLst>
        <pc:spChg chg="mod">
          <ac:chgData name="Toby Donaldson" userId="2e6e5431-bb17-4c41-9985-d39c50d83c73" providerId="ADAL" clId="{7F9681A8-EEE2-56F4-9B39-ECCBEE0471AC}" dt="2026-01-19T05:51:57.177" v="18682" actId="20577"/>
          <ac:spMkLst>
            <pc:docMk/>
            <pc:sldMk cId="3146800463" sldId="352"/>
            <ac:spMk id="4" creationId="{42B5D2EE-29A7-158C-648B-F2321B9F6DAB}"/>
          </ac:spMkLst>
        </pc:spChg>
        <pc:spChg chg="add mod">
          <ac:chgData name="Toby Donaldson" userId="2e6e5431-bb17-4c41-9985-d39c50d83c73" providerId="ADAL" clId="{7F9681A8-EEE2-56F4-9B39-ECCBEE0471AC}" dt="2026-01-19T05:55:43.602" v="18913"/>
          <ac:spMkLst>
            <pc:docMk/>
            <pc:sldMk cId="3146800463" sldId="352"/>
            <ac:spMk id="8" creationId="{ABE7C434-50BA-6656-F653-1AC66558FB86}"/>
          </ac:spMkLst>
        </pc:spChg>
      </pc:sldChg>
      <pc:sldChg chg="addSp modSp add mod">
        <pc:chgData name="Toby Donaldson" userId="2e6e5431-bb17-4c41-9985-d39c50d83c73" providerId="ADAL" clId="{7F9681A8-EEE2-56F4-9B39-ECCBEE0471AC}" dt="2026-01-19T05:55:40.064" v="18912"/>
        <pc:sldMkLst>
          <pc:docMk/>
          <pc:sldMk cId="802814649" sldId="353"/>
        </pc:sldMkLst>
        <pc:spChg chg="mod">
          <ac:chgData name="Toby Donaldson" userId="2e6e5431-bb17-4c41-9985-d39c50d83c73" providerId="ADAL" clId="{7F9681A8-EEE2-56F4-9B39-ECCBEE0471AC}" dt="2026-01-19T05:52:20.587" v="18687" actId="1076"/>
          <ac:spMkLst>
            <pc:docMk/>
            <pc:sldMk cId="802814649" sldId="353"/>
            <ac:spMk id="10" creationId="{9306E17A-44D2-0E79-CC91-0A1AE9E2EB31}"/>
          </ac:spMkLst>
        </pc:spChg>
        <pc:spChg chg="mod">
          <ac:chgData name="Toby Donaldson" userId="2e6e5431-bb17-4c41-9985-d39c50d83c73" providerId="ADAL" clId="{7F9681A8-EEE2-56F4-9B39-ECCBEE0471AC}" dt="2026-01-19T05:53:09.290" v="18777" actId="2711"/>
          <ac:spMkLst>
            <pc:docMk/>
            <pc:sldMk cId="802814649" sldId="353"/>
            <ac:spMk id="11" creationId="{CBD3B618-ABC7-618C-1ACB-DBF2C255993C}"/>
          </ac:spMkLst>
        </pc:spChg>
        <pc:spChg chg="add mod">
          <ac:chgData name="Toby Donaldson" userId="2e6e5431-bb17-4c41-9985-d39c50d83c73" providerId="ADAL" clId="{7F9681A8-EEE2-56F4-9B39-ECCBEE0471AC}" dt="2026-01-19T05:55:40.064" v="18912"/>
          <ac:spMkLst>
            <pc:docMk/>
            <pc:sldMk cId="802814649" sldId="353"/>
            <ac:spMk id="15" creationId="{522870AA-DFB5-1463-CE10-9FF5251E62A8}"/>
          </ac:spMkLst>
        </pc:spChg>
        <pc:cxnChg chg="mod">
          <ac:chgData name="Toby Donaldson" userId="2e6e5431-bb17-4c41-9985-d39c50d83c73" providerId="ADAL" clId="{7F9681A8-EEE2-56F4-9B39-ECCBEE0471AC}" dt="2026-01-19T05:53:03.822" v="18776" actId="14100"/>
          <ac:cxnSpMkLst>
            <pc:docMk/>
            <pc:sldMk cId="802814649" sldId="353"/>
            <ac:cxnSpMk id="13" creationId="{E8BD7A59-A4E9-E9B4-1129-BACDE3792C91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9T06:04:04.809" v="19387" actId="20577"/>
        <pc:sldMkLst>
          <pc:docMk/>
          <pc:sldMk cId="1711464404" sldId="354"/>
        </pc:sldMkLst>
        <pc:spChg chg="del">
          <ac:chgData name="Toby Donaldson" userId="2e6e5431-bb17-4c41-9985-d39c50d83c73" providerId="ADAL" clId="{7F9681A8-EEE2-56F4-9B39-ECCBEE0471AC}" dt="2026-01-19T06:02:58.791" v="19360" actId="21"/>
          <ac:spMkLst>
            <pc:docMk/>
            <pc:sldMk cId="1711464404" sldId="354"/>
            <ac:spMk id="6" creationId="{216B1450-9FB6-44CE-943A-736A65CB4580}"/>
          </ac:spMkLst>
        </pc:spChg>
        <pc:spChg chg="del">
          <ac:chgData name="Toby Donaldson" userId="2e6e5431-bb17-4c41-9985-d39c50d83c73" providerId="ADAL" clId="{7F9681A8-EEE2-56F4-9B39-ECCBEE0471AC}" dt="2026-01-19T06:02:58.791" v="19360" actId="21"/>
          <ac:spMkLst>
            <pc:docMk/>
            <pc:sldMk cId="1711464404" sldId="354"/>
            <ac:spMk id="7" creationId="{2B982375-3BDB-B6D9-D55C-0EC36B2B5DFA}"/>
          </ac:spMkLst>
        </pc:spChg>
        <pc:spChg chg="add del mod">
          <ac:chgData name="Toby Donaldson" userId="2e6e5431-bb17-4c41-9985-d39c50d83c73" providerId="ADAL" clId="{7F9681A8-EEE2-56F4-9B39-ECCBEE0471AC}" dt="2026-01-19T06:02:58.791" v="19360" actId="21"/>
          <ac:spMkLst>
            <pc:docMk/>
            <pc:sldMk cId="1711464404" sldId="354"/>
            <ac:spMk id="8" creationId="{F7480125-8DA1-014B-8150-2C30FBA82CE3}"/>
          </ac:spMkLst>
        </pc:spChg>
        <pc:spChg chg="mod">
          <ac:chgData name="Toby Donaldson" userId="2e6e5431-bb17-4c41-9985-d39c50d83c73" providerId="ADAL" clId="{7F9681A8-EEE2-56F4-9B39-ECCBEE0471AC}" dt="2026-01-19T06:01:23.824" v="19329" actId="14100"/>
          <ac:spMkLst>
            <pc:docMk/>
            <pc:sldMk cId="1711464404" sldId="354"/>
            <ac:spMk id="10" creationId="{B2FDB503-0432-D4FA-3E53-3902640554C5}"/>
          </ac:spMkLst>
        </pc:spChg>
        <pc:spChg chg="mod">
          <ac:chgData name="Toby Donaldson" userId="2e6e5431-bb17-4c41-9985-d39c50d83c73" providerId="ADAL" clId="{7F9681A8-EEE2-56F4-9B39-ECCBEE0471AC}" dt="2026-01-19T06:01:14.357" v="19328" actId="1076"/>
          <ac:spMkLst>
            <pc:docMk/>
            <pc:sldMk cId="1711464404" sldId="354"/>
            <ac:spMk id="11" creationId="{80899063-E8CF-D372-B576-222F8ABC99E0}"/>
          </ac:spMkLst>
        </pc:spChg>
        <pc:spChg chg="add mod">
          <ac:chgData name="Toby Donaldson" userId="2e6e5431-bb17-4c41-9985-d39c50d83c73" providerId="ADAL" clId="{7F9681A8-EEE2-56F4-9B39-ECCBEE0471AC}" dt="2026-01-19T06:03:13.581" v="19362"/>
          <ac:spMkLst>
            <pc:docMk/>
            <pc:sldMk cId="1711464404" sldId="354"/>
            <ac:spMk id="17" creationId="{B77E7A6A-1FCA-9C28-FC12-17036B81F411}"/>
          </ac:spMkLst>
        </pc:spChg>
        <pc:spChg chg="add mod">
          <ac:chgData name="Toby Donaldson" userId="2e6e5431-bb17-4c41-9985-d39c50d83c73" providerId="ADAL" clId="{7F9681A8-EEE2-56F4-9B39-ECCBEE0471AC}" dt="2026-01-19T06:04:04.809" v="19387" actId="20577"/>
          <ac:spMkLst>
            <pc:docMk/>
            <pc:sldMk cId="1711464404" sldId="354"/>
            <ac:spMk id="18" creationId="{00542074-5DED-5420-5B16-3BE0AB8280B4}"/>
          </ac:spMkLst>
        </pc:spChg>
        <pc:spChg chg="add mod">
          <ac:chgData name="Toby Donaldson" userId="2e6e5431-bb17-4c41-9985-d39c50d83c73" providerId="ADAL" clId="{7F9681A8-EEE2-56F4-9B39-ECCBEE0471AC}" dt="2026-01-19T06:03:13.581" v="19362"/>
          <ac:spMkLst>
            <pc:docMk/>
            <pc:sldMk cId="1711464404" sldId="354"/>
            <ac:spMk id="20" creationId="{46AA6123-C3B4-A0CA-6F8A-52932C51F769}"/>
          </ac:spMkLst>
        </pc:spChg>
        <pc:cxnChg chg="del mod">
          <ac:chgData name="Toby Donaldson" userId="2e6e5431-bb17-4c41-9985-d39c50d83c73" providerId="ADAL" clId="{7F9681A8-EEE2-56F4-9B39-ECCBEE0471AC}" dt="2026-01-19T06:02:58.791" v="19360" actId="21"/>
          <ac:cxnSpMkLst>
            <pc:docMk/>
            <pc:sldMk cId="1711464404" sldId="354"/>
            <ac:cxnSpMk id="9" creationId="{3A6081CB-89E4-BBAB-DA29-AFA29FD9E463}"/>
          </ac:cxnSpMkLst>
        </pc:cxnChg>
        <pc:cxnChg chg="mod">
          <ac:chgData name="Toby Donaldson" userId="2e6e5431-bb17-4c41-9985-d39c50d83c73" providerId="ADAL" clId="{7F9681A8-EEE2-56F4-9B39-ECCBEE0471AC}" dt="2026-01-19T06:01:23.824" v="19329" actId="14100"/>
          <ac:cxnSpMkLst>
            <pc:docMk/>
            <pc:sldMk cId="1711464404" sldId="354"/>
            <ac:cxnSpMk id="13" creationId="{552DBC8F-EEB3-0409-7CDC-45EB20DB2E7C}"/>
          </ac:cxnSpMkLst>
        </pc:cxnChg>
        <pc:cxnChg chg="add mod">
          <ac:chgData name="Toby Donaldson" userId="2e6e5431-bb17-4c41-9985-d39c50d83c73" providerId="ADAL" clId="{7F9681A8-EEE2-56F4-9B39-ECCBEE0471AC}" dt="2026-01-19T06:04:04.809" v="19387" actId="20577"/>
          <ac:cxnSpMkLst>
            <pc:docMk/>
            <pc:sldMk cId="1711464404" sldId="354"/>
            <ac:cxnSpMk id="19" creationId="{9C3B1E58-88AC-43EB-D003-A29F6A614D94}"/>
          </ac:cxnSpMkLst>
        </pc:cxnChg>
      </pc:sldChg>
      <pc:sldChg chg="modSp add mod ord">
        <pc:chgData name="Toby Donaldson" userId="2e6e5431-bb17-4c41-9985-d39c50d83c73" providerId="ADAL" clId="{7F9681A8-EEE2-56F4-9B39-ECCBEE0471AC}" dt="2026-01-19T06:03:40.921" v="19375" actId="20577"/>
        <pc:sldMkLst>
          <pc:docMk/>
          <pc:sldMk cId="464570271" sldId="355"/>
        </pc:sldMkLst>
        <pc:spChg chg="mod">
          <ac:chgData name="Toby Donaldson" userId="2e6e5431-bb17-4c41-9985-d39c50d83c73" providerId="ADAL" clId="{7F9681A8-EEE2-56F4-9B39-ECCBEE0471AC}" dt="2026-01-19T05:58:23.395" v="19020" actId="20577"/>
          <ac:spMkLst>
            <pc:docMk/>
            <pc:sldMk cId="464570271" sldId="355"/>
            <ac:spMk id="4" creationId="{7576D7FC-BC12-5515-B96B-8A758382F207}"/>
          </ac:spMkLst>
        </pc:spChg>
        <pc:spChg chg="mod">
          <ac:chgData name="Toby Donaldson" userId="2e6e5431-bb17-4c41-9985-d39c50d83c73" providerId="ADAL" clId="{7F9681A8-EEE2-56F4-9B39-ECCBEE0471AC}" dt="2026-01-19T06:03:40.921" v="19375" actId="20577"/>
          <ac:spMkLst>
            <pc:docMk/>
            <pc:sldMk cId="464570271" sldId="355"/>
            <ac:spMk id="7" creationId="{425B9D73-AFF0-0900-A56E-8FCEFB7050FF}"/>
          </ac:spMkLst>
        </pc:spChg>
        <pc:spChg chg="mod">
          <ac:chgData name="Toby Donaldson" userId="2e6e5431-bb17-4c41-9985-d39c50d83c73" providerId="ADAL" clId="{7F9681A8-EEE2-56F4-9B39-ECCBEE0471AC}" dt="2026-01-19T06:02:33.706" v="19359" actId="14100"/>
          <ac:spMkLst>
            <pc:docMk/>
            <pc:sldMk cId="464570271" sldId="355"/>
            <ac:spMk id="8" creationId="{2AA79DAD-11A2-2D87-83F2-78CE3DC9BE8B}"/>
          </ac:spMkLst>
        </pc:spChg>
        <pc:spChg chg="mod">
          <ac:chgData name="Toby Donaldson" userId="2e6e5431-bb17-4c41-9985-d39c50d83c73" providerId="ADAL" clId="{7F9681A8-EEE2-56F4-9B39-ECCBEE0471AC}" dt="2026-01-19T05:58:37.739" v="19024" actId="14100"/>
          <ac:spMkLst>
            <pc:docMk/>
            <pc:sldMk cId="464570271" sldId="355"/>
            <ac:spMk id="10" creationId="{35237CF4-4455-AC0E-C8A3-4DBB890BDAC5}"/>
          </ac:spMkLst>
        </pc:spChg>
        <pc:spChg chg="mod">
          <ac:chgData name="Toby Donaldson" userId="2e6e5431-bb17-4c41-9985-d39c50d83c73" providerId="ADAL" clId="{7F9681A8-EEE2-56F4-9B39-ECCBEE0471AC}" dt="2026-01-19T05:59:25.591" v="19166" actId="2711"/>
          <ac:spMkLst>
            <pc:docMk/>
            <pc:sldMk cId="464570271" sldId="355"/>
            <ac:spMk id="11" creationId="{910CA783-BE75-992A-66D4-B43F20DA60DA}"/>
          </ac:spMkLst>
        </pc:spChg>
        <pc:cxnChg chg="mod">
          <ac:chgData name="Toby Donaldson" userId="2e6e5431-bb17-4c41-9985-d39c50d83c73" providerId="ADAL" clId="{7F9681A8-EEE2-56F4-9B39-ECCBEE0471AC}" dt="2026-01-19T06:03:40.921" v="19375" actId="20577"/>
          <ac:cxnSpMkLst>
            <pc:docMk/>
            <pc:sldMk cId="464570271" sldId="355"/>
            <ac:cxnSpMk id="9" creationId="{8E08F79E-24C9-A4FF-B825-62F4A316B182}"/>
          </ac:cxnSpMkLst>
        </pc:cxnChg>
        <pc:cxnChg chg="mod">
          <ac:chgData name="Toby Donaldson" userId="2e6e5431-bb17-4c41-9985-d39c50d83c73" providerId="ADAL" clId="{7F9681A8-EEE2-56F4-9B39-ECCBEE0471AC}" dt="2026-01-19T05:59:18.630" v="19165" actId="20577"/>
          <ac:cxnSpMkLst>
            <pc:docMk/>
            <pc:sldMk cId="464570271" sldId="355"/>
            <ac:cxnSpMk id="13" creationId="{2A969B38-F117-44AE-40D8-FDBCEE7D7AFF}"/>
          </ac:cxnSpMkLst>
        </pc:cxnChg>
      </pc:sldChg>
      <pc:sldChg chg="addSp delSp modSp add del mod">
        <pc:chgData name="Toby Donaldson" userId="2e6e5431-bb17-4c41-9985-d39c50d83c73" providerId="ADAL" clId="{7F9681A8-EEE2-56F4-9B39-ECCBEE0471AC}" dt="2026-01-19T06:04:49.310" v="19400" actId="2696"/>
        <pc:sldMkLst>
          <pc:docMk/>
          <pc:sldMk cId="587677435" sldId="356"/>
        </pc:sldMkLst>
        <pc:spChg chg="del">
          <ac:chgData name="Toby Donaldson" userId="2e6e5431-bb17-4c41-9985-d39c50d83c73" providerId="ADAL" clId="{7F9681A8-EEE2-56F4-9B39-ECCBEE0471AC}" dt="2026-01-19T06:03:04.620" v="19361" actId="21"/>
          <ac:spMkLst>
            <pc:docMk/>
            <pc:sldMk cId="587677435" sldId="356"/>
            <ac:spMk id="6" creationId="{D11C8366-E7B8-D529-6CBF-810F3E8FAEB9}"/>
          </ac:spMkLst>
        </pc:spChg>
        <pc:spChg chg="del">
          <ac:chgData name="Toby Donaldson" userId="2e6e5431-bb17-4c41-9985-d39c50d83c73" providerId="ADAL" clId="{7F9681A8-EEE2-56F4-9B39-ECCBEE0471AC}" dt="2026-01-19T06:03:04.620" v="19361" actId="21"/>
          <ac:spMkLst>
            <pc:docMk/>
            <pc:sldMk cId="587677435" sldId="356"/>
            <ac:spMk id="7" creationId="{80832399-BB54-D7AF-47C7-D2E10EF953DB}"/>
          </ac:spMkLst>
        </pc:spChg>
        <pc:spChg chg="del">
          <ac:chgData name="Toby Donaldson" userId="2e6e5431-bb17-4c41-9985-d39c50d83c73" providerId="ADAL" clId="{7F9681A8-EEE2-56F4-9B39-ECCBEE0471AC}" dt="2026-01-19T06:03:04.620" v="19361" actId="21"/>
          <ac:spMkLst>
            <pc:docMk/>
            <pc:sldMk cId="587677435" sldId="356"/>
            <ac:spMk id="8" creationId="{3DB9632F-8852-1DC8-01B0-BF7EA32A6BFC}"/>
          </ac:spMkLst>
        </pc:spChg>
        <pc:spChg chg="add mod">
          <ac:chgData name="Toby Donaldson" userId="2e6e5431-bb17-4c41-9985-d39c50d83c73" providerId="ADAL" clId="{7F9681A8-EEE2-56F4-9B39-ECCBEE0471AC}" dt="2026-01-19T06:03:15.646" v="19363"/>
          <ac:spMkLst>
            <pc:docMk/>
            <pc:sldMk cId="587677435" sldId="356"/>
            <ac:spMk id="12" creationId="{8ECE40DB-2586-C561-629D-95B583D5CC62}"/>
          </ac:spMkLst>
        </pc:spChg>
        <pc:spChg chg="add mod">
          <ac:chgData name="Toby Donaldson" userId="2e6e5431-bb17-4c41-9985-d39c50d83c73" providerId="ADAL" clId="{7F9681A8-EEE2-56F4-9B39-ECCBEE0471AC}" dt="2026-01-19T06:04:17.693" v="19399" actId="20577"/>
          <ac:spMkLst>
            <pc:docMk/>
            <pc:sldMk cId="587677435" sldId="356"/>
            <ac:spMk id="14" creationId="{37B254D1-1944-C73C-E1D7-9432108FFC45}"/>
          </ac:spMkLst>
        </pc:spChg>
        <pc:spChg chg="add mod">
          <ac:chgData name="Toby Donaldson" userId="2e6e5431-bb17-4c41-9985-d39c50d83c73" providerId="ADAL" clId="{7F9681A8-EEE2-56F4-9B39-ECCBEE0471AC}" dt="2026-01-19T06:03:15.646" v="19363"/>
          <ac:spMkLst>
            <pc:docMk/>
            <pc:sldMk cId="587677435" sldId="356"/>
            <ac:spMk id="16" creationId="{83641AF1-1584-360C-35D2-78BC674B926A}"/>
          </ac:spMkLst>
        </pc:spChg>
        <pc:cxnChg chg="del mod">
          <ac:chgData name="Toby Donaldson" userId="2e6e5431-bb17-4c41-9985-d39c50d83c73" providerId="ADAL" clId="{7F9681A8-EEE2-56F4-9B39-ECCBEE0471AC}" dt="2026-01-19T06:03:04.620" v="19361" actId="21"/>
          <ac:cxnSpMkLst>
            <pc:docMk/>
            <pc:sldMk cId="587677435" sldId="356"/>
            <ac:cxnSpMk id="9" creationId="{745899D3-A47F-7C1A-500B-B68F71CA388E}"/>
          </ac:cxnSpMkLst>
        </pc:cxnChg>
        <pc:cxnChg chg="add mod">
          <ac:chgData name="Toby Donaldson" userId="2e6e5431-bb17-4c41-9985-d39c50d83c73" providerId="ADAL" clId="{7F9681A8-EEE2-56F4-9B39-ECCBEE0471AC}" dt="2026-01-19T06:04:17.693" v="19399" actId="20577"/>
          <ac:cxnSpMkLst>
            <pc:docMk/>
            <pc:sldMk cId="587677435" sldId="356"/>
            <ac:cxnSpMk id="15" creationId="{B98A9FBD-97F3-624C-9C4B-B6FF6DB685B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CB0B-4803-44BC-000B-BAB5ABBDE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C373-5F3F-7832-0AE2-DDDB2F418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CMPT 125-D100</a:t>
            </a:r>
            <a:br>
              <a:rPr lang="en-US"/>
            </a:br>
            <a:r>
              <a:rPr lang="en-US"/>
              <a:t>Spring 2026</a:t>
            </a:r>
          </a:p>
          <a:p>
            <a:r>
              <a:rPr lang="en-US"/>
              <a:t>SFU Burnaby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4CA26-60A0-F5E3-EA9F-04376B69C722}"/>
              </a:ext>
            </a:extLst>
          </p:cNvPr>
          <p:cNvSpPr txBox="1"/>
          <p:nvPr/>
        </p:nvSpPr>
        <p:spPr>
          <a:xfrm>
            <a:off x="8865252" y="1577499"/>
            <a:ext cx="288897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235452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1DE-BDF1-9BCF-4C1F-5E5A8F68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8DA4-E4B5-5F54-509D-E372D6FD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is one of the major aspects of C/C++</a:t>
            </a:r>
          </a:p>
          <a:p>
            <a:pPr lvl="1"/>
            <a:r>
              <a:rPr lang="en-US" b="1" dirty="0"/>
              <a:t>Joke</a:t>
            </a:r>
            <a:r>
              <a:rPr lang="en-US" dirty="0"/>
              <a:t>: C turns all programming problems into memory management problems</a:t>
            </a:r>
          </a:p>
          <a:p>
            <a:r>
              <a:rPr lang="en-US" dirty="0"/>
              <a:t>It requires using </a:t>
            </a:r>
            <a:r>
              <a:rPr lang="en-US" b="1" dirty="0"/>
              <a:t>pointers</a:t>
            </a:r>
            <a:r>
              <a:rPr lang="en-US" dirty="0"/>
              <a:t>, i.e. variables that store addresses of memory locations</a:t>
            </a:r>
          </a:p>
          <a:p>
            <a:pPr lvl="1"/>
            <a:r>
              <a:rPr lang="en-US" dirty="0"/>
              <a:t>They are tricky to use at first: few languages support pointers in the same way</a:t>
            </a:r>
          </a:p>
          <a:p>
            <a:pPr lvl="1"/>
            <a:r>
              <a:rPr lang="en-US" dirty="0"/>
              <a:t>When you request a chunk of memory, you get a pointer to the memory</a:t>
            </a:r>
          </a:p>
          <a:p>
            <a:pPr lvl="1"/>
            <a:r>
              <a:rPr lang="en-US" dirty="0"/>
              <a:t>When you are done with the memory, you use the pointer to de-allocate it</a:t>
            </a:r>
          </a:p>
          <a:p>
            <a:r>
              <a:rPr lang="en-US" dirty="0"/>
              <a:t>It is helpful to first understand the basic “memory model” that C++ assumes 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3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0CE5-42B3-437D-702E-6374D387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6EDF77-5FA4-6529-3F4B-625AE1A3B827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8958D-46F0-3360-21E3-35E5A34A0B4F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03A56C4-193E-1865-7975-DAC73ED93FD4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0ECDF0-A32E-5D51-7733-8E7DBB4AD00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701C35-3A2B-6110-4318-AAB86C6A078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884386-C7AB-14C1-E99C-BECFF189F82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7A71CE-1D82-F131-F4EB-B405AAF2A9A4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2E4100-A86C-CB7A-6309-D5188B41889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BB197B-B6C2-8981-880E-2BED8D82303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1F9B60A-6000-EF06-DF75-47CE8C1F31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355750-B7E4-CD01-ED8F-051FBB6E50FE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357A18-861C-03A6-BF30-71FC84B6824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DD1295-E5A8-8CD2-9F3D-A569A0ED1AB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F2A502-AE54-556A-10E5-A249C8CB30F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0F41D7-748C-E379-2D41-8D71AA2FC1AF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83FC73-03F0-6111-4F45-B70584237E7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CD722C-2587-64FC-5ACB-27F4FCB212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A6E6878-9AFE-F15D-303E-41B4B0C0814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310FA3-E2F4-77DC-0211-625091B15B45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4E3380-1873-F80C-BFC6-26EC18D0358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7CC1F0-5712-4E52-0FD0-6A62F24F2440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3CC29B4-509B-C39B-8967-E96BB3B72F5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F479ED-5E71-6E03-E0E2-C750621DBB6D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EFAD46D-9E12-59D1-8747-7FB138B71B9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9C08CF4-5EAE-1C53-5E00-639CFF1849A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7BDD43-AF11-B231-DB23-50CAEB99306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13F4D4D8-4759-4E60-944C-0965170FDA2B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5A2AEF3-C008-7B70-F30C-9E0C0732FC66}"/>
              </a:ext>
            </a:extLst>
          </p:cNvPr>
          <p:cNvSpPr/>
          <p:nvPr/>
        </p:nvSpPr>
        <p:spPr>
          <a:xfrm>
            <a:off x="915139" y="3652892"/>
            <a:ext cx="10438623" cy="19895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01323D-CA95-31A6-7835-B5B03FB13892}"/>
              </a:ext>
            </a:extLst>
          </p:cNvPr>
          <p:cNvSpPr txBox="1"/>
          <p:nvPr/>
        </p:nvSpPr>
        <p:spPr>
          <a:xfrm>
            <a:off x="838200" y="2926843"/>
            <a:ext cx="3335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Computer’s Main Memory</a:t>
            </a:r>
            <a:br>
              <a:rPr lang="en-US" dirty="0"/>
            </a:br>
            <a:r>
              <a:rPr lang="en-US" dirty="0"/>
              <a:t>RAM = Random Access Memory</a:t>
            </a:r>
          </a:p>
        </p:txBody>
      </p:sp>
    </p:spTree>
    <p:extLst>
      <p:ext uri="{BB962C8B-B14F-4D97-AF65-F5344CB8AC3E}">
        <p14:creationId xmlns:p14="http://schemas.microsoft.com/office/powerpoint/2010/main" val="404511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CAE5-A518-B062-C75E-43B140FB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BDAE-52FD-5207-FE7B-7803A599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3E3D34-DB91-AA2D-4D3E-1E776CC4BD18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2CFEF3-A52F-1F0F-06B5-8CAFE046AE7D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9927EFA-B741-FCCD-6D76-93D759AEA22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7720AD-95DD-B888-A568-EA64948803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739667-FF1D-659C-1B5C-DA510B17D5F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9F3F09-62AC-58D1-E852-CD19BC3EA9C4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2FC7868-6DFE-1793-6B43-90C355BCE71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86B1FEF-EFAC-0BC8-CE85-179AF96C1C5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D35259-A174-E47B-DF02-FF2D3D7ED5C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387037-9B34-60B8-548B-FB96E9BFA9A2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D35287-F026-F6B3-D045-E41DC404188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958D53F-9205-6E60-DBDC-CD96555E780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815702-5CA2-6F1D-517C-1356D31B629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F0D8342-5559-CEFE-4149-FA828439DDE3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48819BC-00F8-FED1-B01F-B3B22748899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B3EAFB-6C39-467A-7E51-5595780A2DC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82D6EA3-85F3-CB86-3507-772289081D8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B88859-FF4F-645D-8FEB-C82EDC97B4F1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721669D-5E91-F4DC-FDD9-FDFC4702E6F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6D8E6FD-A707-2613-574E-1A685A3EC285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4D89C7-9C9D-7BFB-613D-4DCA7D7B818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EF3EA6-E1A2-FB34-68F5-35839E8DB0F8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F482DE0-A5C5-184A-48F0-D44583CCEA9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DB7E3AF-9412-EA5B-4F0C-BB550AA682F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66B333-DB9F-FBB8-CE5C-D2C452C5078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567A1EB-F505-4149-6C90-19FFEB575550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AA9424-CCB8-E56C-3112-AB44C5047994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15F63D5-004C-C647-98DD-A9E8FDD672EA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EB1FAE-B07F-EB07-F39D-FAD7F2ADF513}"/>
              </a:ext>
            </a:extLst>
          </p:cNvPr>
          <p:cNvSpPr txBox="1"/>
          <p:nvPr/>
        </p:nvSpPr>
        <p:spPr>
          <a:xfrm>
            <a:off x="5073015" y="5797529"/>
            <a:ext cx="168648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memory location stores one word.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E44E2E-B919-DA85-BCE7-D08255932794}"/>
              </a:ext>
            </a:extLst>
          </p:cNvPr>
          <p:cNvCxnSpPr/>
          <p:nvPr/>
        </p:nvCxnSpPr>
        <p:spPr>
          <a:xfrm flipH="1" flipV="1">
            <a:off x="2466256" y="5022926"/>
            <a:ext cx="2606759" cy="759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198AF79-4BF7-BAF6-9C1B-742EDC507866}"/>
              </a:ext>
            </a:extLst>
          </p:cNvPr>
          <p:cNvCxnSpPr>
            <a:cxnSpLocks/>
            <a:endCxn id="32" idx="2"/>
          </p:cNvCxnSpPr>
          <p:nvPr/>
        </p:nvCxnSpPr>
        <p:spPr>
          <a:xfrm flipH="1" flipV="1">
            <a:off x="4582988" y="5027165"/>
            <a:ext cx="689211" cy="72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3C415BF-F5FB-AB36-7926-A4EFE0BA60F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5530833" y="5027165"/>
            <a:ext cx="0" cy="72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7DE2C12-9825-0FB3-8572-11D0FBE93CDF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5916257" y="5062651"/>
            <a:ext cx="371332" cy="734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ED7B66F-224E-9CBD-C23F-D63149791FDE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6273277" y="5027165"/>
            <a:ext cx="1153245" cy="770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875738C-212C-EF75-F900-56A225355722}"/>
              </a:ext>
            </a:extLst>
          </p:cNvPr>
          <p:cNvCxnSpPr>
            <a:cxnSpLocks/>
          </p:cNvCxnSpPr>
          <p:nvPr/>
        </p:nvCxnSpPr>
        <p:spPr>
          <a:xfrm flipV="1">
            <a:off x="6759498" y="5029934"/>
            <a:ext cx="3125826" cy="781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5FF9C5-013F-0245-67E5-599E08032FF9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DBD21-84B5-C79C-A756-A194CFAE0C81}"/>
              </a:ext>
            </a:extLst>
          </p:cNvPr>
          <p:cNvSpPr/>
          <p:nvPr/>
        </p:nvSpPr>
        <p:spPr>
          <a:xfrm>
            <a:off x="915139" y="3652892"/>
            <a:ext cx="10438623" cy="19895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675AB-6237-D6CC-EB58-8C82655BFC1B}"/>
              </a:ext>
            </a:extLst>
          </p:cNvPr>
          <p:cNvSpPr txBox="1"/>
          <p:nvPr/>
        </p:nvSpPr>
        <p:spPr>
          <a:xfrm>
            <a:off x="838200" y="2926843"/>
            <a:ext cx="3335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Computer’s Main Memory</a:t>
            </a:r>
            <a:br>
              <a:rPr lang="en-US" dirty="0"/>
            </a:br>
            <a:r>
              <a:rPr lang="en-US" dirty="0"/>
              <a:t>RAM = Random Access Memory</a:t>
            </a:r>
          </a:p>
        </p:txBody>
      </p:sp>
    </p:spTree>
    <p:extLst>
      <p:ext uri="{BB962C8B-B14F-4D97-AF65-F5344CB8AC3E}">
        <p14:creationId xmlns:p14="http://schemas.microsoft.com/office/powerpoint/2010/main" val="359726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2ACA-1967-AA84-F7BA-38CB2E01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FA0F6-76A7-50A7-4416-DECB0BC9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B66116-47BA-703B-15DF-66966AFB5342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D2EB97-1395-5B17-D037-1105B59E0BDB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A8BF44-0255-358C-FA28-1C809621118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CCD35E-3A2A-BFE2-FD97-8F9F7B36CEC6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358B68C-EBCE-A1AC-5163-2D2AC3A7DF8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06D2D3-97D8-A5D7-467A-DEF15576AC90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FA8AD8C-B323-3713-DCFC-CB2E2D079EB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7398F6-FA0D-655C-F3B7-B37D0FCCF7B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09808ED-0E9D-B869-4BC3-EDD53D9088C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279E204-5D32-FB02-CA84-D85AC7521E46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01E0F5-3F85-ED54-3C98-6378743E7DC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C2F519-7A6D-5BC6-6FA0-829CDD140BE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443FBE0-BF48-EF68-104B-D7BA34AA17A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19BF39-B086-7B37-3C6C-052A80E035F5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8279D8D-89D3-E32E-3B27-D09B12A01CA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D9A31E-C9C2-1B6B-C511-228BE520BAB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A5EAF5E-EF0F-382F-1730-97585F41917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55F2199-3B27-81A0-4711-4CBA6476D604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E65CDC3-B209-DA94-8AD1-E69B132FE5C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6FF04C-7C4D-FE86-15B8-91D3A765801A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C3D066-B1B0-139F-1119-2150E555FBB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B04963D-97DA-FD06-1CA9-E8643A10841D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959BCC-8CAA-268B-3AE8-066E81E9802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5075FD-C849-474A-A89F-F46FF437C27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43F933A-E606-A232-DBAA-2E40D1D8CB8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B678A8A-6B0C-1AEB-E8C8-31B82B5711BA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97E75C-3C42-B5E5-3B12-880900434603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B4DCBD-4A43-E845-8D79-C39170B77EFC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A56603-8A1C-223A-45BC-DA384212809E}"/>
              </a:ext>
            </a:extLst>
          </p:cNvPr>
          <p:cNvSpPr txBox="1"/>
          <p:nvPr/>
        </p:nvSpPr>
        <p:spPr>
          <a:xfrm>
            <a:off x="4762013" y="2554678"/>
            <a:ext cx="186528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location has an </a:t>
            </a:r>
            <a:r>
              <a:rPr lang="en-US" b="1" dirty="0"/>
              <a:t>address</a:t>
            </a:r>
            <a:r>
              <a:rPr lang="en-US" dirty="0"/>
              <a:t>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D64C23-34DF-9C0F-BB8B-DBABAD58A263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7D737B-D441-A7E4-C97E-7BC9FE5BD7F7}"/>
              </a:ext>
            </a:extLst>
          </p:cNvPr>
          <p:cNvCxnSpPr/>
          <p:nvPr/>
        </p:nvCxnSpPr>
        <p:spPr>
          <a:xfrm flipH="1">
            <a:off x="2168434" y="3196046"/>
            <a:ext cx="2593579" cy="748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DD4C37-1C2B-BB66-11CF-AC677115ECC3}"/>
              </a:ext>
            </a:extLst>
          </p:cNvPr>
          <p:cNvCxnSpPr>
            <a:cxnSpLocks/>
          </p:cNvCxnSpPr>
          <p:nvPr/>
        </p:nvCxnSpPr>
        <p:spPr>
          <a:xfrm flipH="1">
            <a:off x="4724071" y="3196046"/>
            <a:ext cx="221564" cy="69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E771EF-CAE4-526B-A15B-D8DA36AF4796}"/>
              </a:ext>
            </a:extLst>
          </p:cNvPr>
          <p:cNvCxnSpPr>
            <a:cxnSpLocks/>
          </p:cNvCxnSpPr>
          <p:nvPr/>
        </p:nvCxnSpPr>
        <p:spPr>
          <a:xfrm>
            <a:off x="5530833" y="3196046"/>
            <a:ext cx="94904" cy="667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5E405E-DEDB-15DE-3332-DF5E1BEEB643}"/>
              </a:ext>
            </a:extLst>
          </p:cNvPr>
          <p:cNvCxnSpPr>
            <a:cxnSpLocks/>
          </p:cNvCxnSpPr>
          <p:nvPr/>
        </p:nvCxnSpPr>
        <p:spPr>
          <a:xfrm>
            <a:off x="6020860" y="3196046"/>
            <a:ext cx="348043" cy="667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E28001-7E1D-C670-1465-E28F3C105766}"/>
              </a:ext>
            </a:extLst>
          </p:cNvPr>
          <p:cNvCxnSpPr>
            <a:cxnSpLocks/>
          </p:cNvCxnSpPr>
          <p:nvPr/>
        </p:nvCxnSpPr>
        <p:spPr>
          <a:xfrm>
            <a:off x="6435442" y="3196046"/>
            <a:ext cx="863178" cy="69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E0610E-7D3C-788C-9F45-24C4F21E1A5C}"/>
              </a:ext>
            </a:extLst>
          </p:cNvPr>
          <p:cNvCxnSpPr>
            <a:cxnSpLocks/>
          </p:cNvCxnSpPr>
          <p:nvPr/>
        </p:nvCxnSpPr>
        <p:spPr>
          <a:xfrm>
            <a:off x="6616937" y="3077069"/>
            <a:ext cx="3406629" cy="867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50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54F87-F498-4900-D234-141B7710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B2B7-0532-2E80-319E-99C72385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102F2-CBCC-8C6D-79B1-8A7BF248330C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0CB4EFB-8B6E-C115-A538-C778F8DE072B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E2EEFA-DC8E-B8FD-7B13-E1FFA100DBD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65A61D-A557-AFBA-F12C-9368BDC92D9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0A15FED-2CFD-75D2-F0B7-46BC3037184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16D18D-D130-519A-15B0-0CE0CB2C4B26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AE782AC-B961-C259-8B37-0920A213D65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A9B7FC3-E874-1254-4D14-52CC0B48F2A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824090-F7B2-24B1-4250-C00E481767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C16927-F62B-9C44-AD17-2AEFC840B548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33259A-6AC2-D7BF-DC35-A23E9A64A52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593158-7758-408E-E845-159750CB4D9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20DEA0-B70D-AF84-7A1A-58C8627E45E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4AEF5D-591E-9600-6254-7D70B9EC989C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F26BFB2-B41F-6650-058F-B5850F143CB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9F976C-2CD2-3CD5-9C58-05E07A3D749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F8904D-F59F-B8E6-9DC2-E97DBBD2667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7A23246-02C3-8D71-CC16-3E36F7E1A6E2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A33CF5-8608-2CBB-9868-47F8A86953C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C157F9C-8359-79F1-CDDC-A5BB40722DF1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FB5F9D-1295-FA98-9403-E7B1AA9B48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6FC982-2B2F-8412-7F60-14FFBFB4BA9B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AAF8EC0-B5B5-1BE8-A7E3-CF3436F5B21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600599F-B59E-1BC3-7F49-4B4F1473837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9733DB4-A6D6-B69D-ADDA-5522804F568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992A597-F5C8-A883-FACF-E25157FD4908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1F4139-1549-726F-0F87-F25F8A5B5830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E7AE7D-7AA9-20BC-84A2-C0783D101F62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12C52D-BDA2-4403-F6AE-DCBDA4866A4B}"/>
              </a:ext>
            </a:extLst>
          </p:cNvPr>
          <p:cNvSpPr txBox="1"/>
          <p:nvPr/>
        </p:nvSpPr>
        <p:spPr>
          <a:xfrm>
            <a:off x="4539929" y="5468149"/>
            <a:ext cx="296186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word is a sequence of 64 bits, but can be thought of as a non-negative integer.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1F45DE-564A-5F41-DA99-2D620A93EF16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</p:spTree>
    <p:extLst>
      <p:ext uri="{BB962C8B-B14F-4D97-AF65-F5344CB8AC3E}">
        <p14:creationId xmlns:p14="http://schemas.microsoft.com/office/powerpoint/2010/main" val="214314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8C20-FD0C-1370-B0AE-BC7341C5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A732-1D2E-D0A2-F295-2FB39D33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1EE953-AFD9-AAE3-145D-E9F2D6A2E2A3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02E421-DC00-7511-9A88-57BE8F1C50FB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2E890BD-CD6F-FBF1-5F4A-071B9F01994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7E3A12-7FC6-5C7E-6897-7AB8A249ED8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49CE99C-C5ED-E4A5-0504-5012EC91176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14956A7-6EB6-7B54-7427-7D190EEB8ADD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D7625BC-4BC2-5170-6F2E-2959B44086C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EDD577-F6C0-7825-6E11-2BC88C2F44D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804BA8-3BA6-0ACA-43E7-EB78AB9AF69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B5A5844-CF24-0F42-E191-42A4930EEA66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AC822DE-4818-5D84-0E23-214E2829CCB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3443EE-DED7-DB7A-9D3A-91861F74745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0FAB513-0F19-92A2-6225-3C3D759D8FC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7DA119-BDCC-4F47-784D-ED45475CA40F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AB4E5E2-C0DD-D071-18EB-2741CB5CE54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18B43A9-D47E-5446-9156-2CDE3A4EABB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A284BCA-0515-24A0-3265-00B050E9394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B9DDAE-8F49-EDF7-A5DB-95500CBE16B6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40A9BAD-4B9D-D2E1-A1F1-7CEBA2A317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27CE268-C859-8FDE-1B4A-87DE56202337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E08959-622D-3E97-E7B0-75FF6582F64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3373D6-2411-CDBB-C824-66E8C58430C7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8DA9DE-52AE-EC26-731F-8A08CF2E288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55D12A2-9CDD-ACD3-0F9A-64C26CABD6F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AC43DE-ED09-5885-6BF4-F3CD4665563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43180B3-6086-37E1-7535-1B67EE09AE0A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19B10B-7220-A398-46C6-2B51237F9F16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E524FC-969B-A283-6177-AC29435BC4A4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CAE758-C78A-C78D-69D0-9F39183DD806}"/>
              </a:ext>
            </a:extLst>
          </p:cNvPr>
          <p:cNvSpPr txBox="1"/>
          <p:nvPr/>
        </p:nvSpPr>
        <p:spPr>
          <a:xfrm>
            <a:off x="4498098" y="5468149"/>
            <a:ext cx="227173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Characters are represented by integer codes, e.g. </a:t>
            </a:r>
            <a:r>
              <a:rPr lang="en-US" b="1" dirty="0"/>
              <a:t>T</a:t>
            </a:r>
            <a:r>
              <a:rPr lang="en-US" dirty="0"/>
              <a:t> is </a:t>
            </a:r>
            <a:r>
              <a:rPr lang="en-US" b="1" dirty="0"/>
              <a:t>84</a:t>
            </a:r>
            <a:r>
              <a:rPr lang="en-US" dirty="0"/>
              <a:t> (in ASCII code).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82801D-F30A-3432-60B4-9C6E25ABF9EB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6852B2-B31F-3EDA-9284-EF64F5F6CF07}"/>
              </a:ext>
            </a:extLst>
          </p:cNvPr>
          <p:cNvSpPr/>
          <p:nvPr/>
        </p:nvSpPr>
        <p:spPr>
          <a:xfrm>
            <a:off x="5154271" y="4393374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FDDEBC-9550-4C36-8EAD-F65ABE49E28F}"/>
              </a:ext>
            </a:extLst>
          </p:cNvPr>
          <p:cNvCxnSpPr>
            <a:stCxn id="54" idx="0"/>
            <a:endCxn id="3" idx="4"/>
          </p:cNvCxnSpPr>
          <p:nvPr/>
        </p:nvCxnSpPr>
        <p:spPr>
          <a:xfrm flipH="1" flipV="1">
            <a:off x="5516406" y="4889762"/>
            <a:ext cx="117559" cy="57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91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C8F9-B35C-B8E6-0079-B7FDBC45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5ACF-410C-C126-9310-A4015D24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F12C4-0C56-7C91-E19D-F20890425B20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D0A6B4-2CF1-6136-F581-B6B5EBE98BD6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9DB09-FAA2-3C97-539B-E237FD53CFE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6268C3-B06C-42B6-1439-23DEE9A6585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645708-4B2F-4FA1-50AE-E203B718407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BB2FE5-CB66-69F1-209D-B4BAFF77C746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09E675-2866-BDDA-C33B-B7884D14C68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A9AF6F-04EF-08BF-EB7E-7249503832B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FE4C0D-C8EB-D01E-80EE-7CFAC096685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F00FFB-127A-66F4-9AED-6440A6381A79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767A159-A88E-0419-FE4D-0C07F11AB3B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489D34-F995-E127-CF26-A0E3613DBBA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5A3C2A-A42D-103A-E4C1-C0456C84546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E8DBDB6-3841-E208-EFD5-36E480BFAB2A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D571CE7-80C9-88D7-96A9-3D6FB058952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9F069D-A7E4-1AB1-10D6-6A3BB58EDBB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71F099F-F050-C257-9565-D2C72200CBC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B75C10-C1CF-B3C0-714E-38B498E7CD37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B72B5DC-6421-6DC4-D7BA-F1E5CC13C23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3A65CC7-BF09-5DDC-4A68-4BEF6B706352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24DEDD-BBE6-439B-9C15-6DFD632BD49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ADF9A2A-28A9-B718-4A86-1F4E7DACA8D0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306EC76-65DC-3D1D-674B-DD202DFC81C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CF90F8A-8498-70ED-CDB9-96EA6C13D8E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0DA50AC-185D-698E-DD05-59B5298B9AE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C0AA125-8AD2-D76E-7782-11B5BD2886B9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CDBB98-6206-8B50-2C56-13D76E42085F}"/>
              </a:ext>
            </a:extLst>
          </p:cNvPr>
          <p:cNvSpPr txBox="1"/>
          <p:nvPr/>
        </p:nvSpPr>
        <p:spPr>
          <a:xfrm>
            <a:off x="3153531" y="1386908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C++, we often think of computer memory (RAM) as one big array of </a:t>
            </a:r>
            <a:r>
              <a:rPr lang="en-US" b="1" dirty="0"/>
              <a:t>words</a:t>
            </a:r>
            <a:r>
              <a:rPr lang="en-US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9CA696-9297-2BF8-5C4B-768AB5A74243}"/>
              </a:ext>
            </a:extLst>
          </p:cNvPr>
          <p:cNvSpPr txBox="1"/>
          <p:nvPr/>
        </p:nvSpPr>
        <p:spPr>
          <a:xfrm>
            <a:off x="7104994" y="957118"/>
            <a:ext cx="4711483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 byte = 8 bits, e.g. 1001 0010</a:t>
            </a:r>
          </a:p>
          <a:p>
            <a:r>
              <a:rPr lang="en-US" sz="2800" dirty="0"/>
              <a:t>1 word = 64 bits</a:t>
            </a:r>
            <a:br>
              <a:rPr lang="en-US" sz="2800" dirty="0"/>
            </a:br>
            <a:r>
              <a:rPr lang="en-US" sz="2800" dirty="0"/>
              <a:t>               = 8 bytes</a:t>
            </a: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5BE634-A420-A24F-357E-863F15B7ECFA}"/>
              </a:ext>
            </a:extLst>
          </p:cNvPr>
          <p:cNvSpPr txBox="1"/>
          <p:nvPr/>
        </p:nvSpPr>
        <p:spPr>
          <a:xfrm>
            <a:off x="4498098" y="5468149"/>
            <a:ext cx="227173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usually write the character instead of its code number.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62D694-1F61-76FB-5D6A-970DC5266A1E}"/>
              </a:ext>
            </a:extLst>
          </p:cNvPr>
          <p:cNvSpPr txBox="1"/>
          <p:nvPr/>
        </p:nvSpPr>
        <p:spPr>
          <a:xfrm>
            <a:off x="10250054" y="1636244"/>
            <a:ext cx="1838245" cy="954107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for 64-bit computers. For 32-bit computers, word size would be 32 bits.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898C55-0579-7CD6-1B92-5DD1395D2207}"/>
              </a:ext>
            </a:extLst>
          </p:cNvPr>
          <p:cNvSpPr/>
          <p:nvPr/>
        </p:nvSpPr>
        <p:spPr>
          <a:xfrm>
            <a:off x="5154271" y="4393374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E222DA-09B5-7879-C24F-62C74AC3D1FE}"/>
              </a:ext>
            </a:extLst>
          </p:cNvPr>
          <p:cNvCxnSpPr>
            <a:stCxn id="54" idx="0"/>
            <a:endCxn id="3" idx="4"/>
          </p:cNvCxnSpPr>
          <p:nvPr/>
        </p:nvCxnSpPr>
        <p:spPr>
          <a:xfrm flipH="1" flipV="1">
            <a:off x="5516406" y="4889762"/>
            <a:ext cx="117559" cy="57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2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C0FC-56F5-D23D-F711-4B934F4C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91FD-E47D-E26A-7BA1-2B27FCB4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BA551-A744-F13E-3C17-905FB7121812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BA84AB-3297-AAA1-E4DE-105318E3ACB6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EF0B26-0993-35EF-9254-FD65BDF88B6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F410D1-CBFA-0113-C576-E0EA293B53A9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C53926-1F46-6C28-A644-5EA5EBF9D4A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B68449-C0A5-2FA1-DA73-321CA8AFF7ED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57785E0-7440-03CB-5FFA-A968B3B6CEE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98FDBD-AA23-737B-F916-74A84093A2D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DA1C7A-5A9C-B8A8-694F-1B53927E162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3ECAD95-A655-805E-D324-901B0EF37BC5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BC5C462-3BEB-0DF1-3ED2-CD7DBC77353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D49BCA-B7E3-56E8-49D0-EB1DE088D6C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CC9FD32-B540-553F-A7B4-5E68A2B4153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9427C-6D31-C04D-7601-9508425717BF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6026EAB-119B-8DA1-0D75-2BA1A5FD6ED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EF091C-1BA9-F256-E1F2-D4AE35C5AB8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251188-3DC3-7F94-828E-B89740F9345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F781E3A-E5DC-AD25-6ED6-EC77FCC71967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A9F09A-430E-553E-D0BA-916C1898EA6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5F13BC-0C43-2D2B-F05B-C281A9A3D0F5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775768-D1CB-6235-719B-FC94AA3BE1C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DC4CB2-9E8C-5E59-D0F3-4C1266ECCEF7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A3E39DB-E7A8-2255-2FD6-5A6009835AF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99A9410-B0E7-65D4-7A91-B44B3840A6C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2EF90D5-16A0-2478-1136-C2365492CBD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179775D-5A98-948B-C6FA-ED091FB5BD1A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FEB986-0392-D220-D488-5FBA54AAAA0B}"/>
              </a:ext>
            </a:extLst>
          </p:cNvPr>
          <p:cNvSpPr txBox="1"/>
          <p:nvPr/>
        </p:nvSpPr>
        <p:spPr>
          <a:xfrm>
            <a:off x="4256350" y="2086473"/>
            <a:ext cx="263766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T character happens to be stored at memory address 1077.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A76AA6-DB2E-435E-8A70-B9140096AB50}"/>
              </a:ext>
            </a:extLst>
          </p:cNvPr>
          <p:cNvSpPr txBox="1"/>
          <p:nvPr/>
        </p:nvSpPr>
        <p:spPr>
          <a:xfrm>
            <a:off x="4498098" y="5468149"/>
            <a:ext cx="227173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usually write the character instead of its code number.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76F3E2-B22E-04F2-E777-995CA40231C3}"/>
              </a:ext>
            </a:extLst>
          </p:cNvPr>
          <p:cNvSpPr/>
          <p:nvPr/>
        </p:nvSpPr>
        <p:spPr>
          <a:xfrm>
            <a:off x="5154271" y="4393374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662A61-F93A-2A5C-58B2-9E93F0330E29}"/>
              </a:ext>
            </a:extLst>
          </p:cNvPr>
          <p:cNvCxnSpPr>
            <a:stCxn id="54" idx="0"/>
            <a:endCxn id="3" idx="4"/>
          </p:cNvCxnSpPr>
          <p:nvPr/>
        </p:nvCxnSpPr>
        <p:spPr>
          <a:xfrm flipH="1" flipV="1">
            <a:off x="5516406" y="4889762"/>
            <a:ext cx="117559" cy="57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3E48E65-739D-A9AC-18C1-F54FC138DE27}"/>
              </a:ext>
            </a:extLst>
          </p:cNvPr>
          <p:cNvCxnSpPr>
            <a:cxnSpLocks/>
            <a:stCxn id="52" idx="2"/>
            <a:endCxn id="8" idx="0"/>
          </p:cNvCxnSpPr>
          <p:nvPr/>
        </p:nvCxnSpPr>
        <p:spPr>
          <a:xfrm flipH="1">
            <a:off x="5530833" y="3009803"/>
            <a:ext cx="44352" cy="753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6A0B46E-A67F-0F0A-EC37-90B04325E626}"/>
              </a:ext>
            </a:extLst>
          </p:cNvPr>
          <p:cNvSpPr/>
          <p:nvPr/>
        </p:nvSpPr>
        <p:spPr>
          <a:xfrm>
            <a:off x="5168698" y="3763182"/>
            <a:ext cx="724269" cy="496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2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73381-8F2E-5D6E-B9C7-18B383B5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5347-2338-796F-76CC-5209EDB2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021567-4091-43C8-681C-9FC7172DA670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5E5A63-E4D2-2407-C084-95893F53394A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59A67F-6BB9-F003-E7DD-9DD1A09F10B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1D211E-FA74-D29D-863C-5EBFD259602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77B173-CD1F-1A12-1DAB-AE2E8009A8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1575779-F9DB-2A70-3B63-A95E5060EFA6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9BDE959-DB06-3B43-4FF9-EE1836F9EEA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E993849-AB5B-157F-D570-267A2EA5F83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EE9E84-4770-36CD-0979-210F22CFC83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00BFEC-319E-6B6B-4612-378788DEC24C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260CF74-96E7-E10D-1306-25651D6EBA9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85EE26-B4D6-42C2-CB00-D1DBC266A02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D16231-4633-2C4C-399E-4C01A9BE34D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7657A7-0FEF-2CFC-910E-8AD5A608DD97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F87807-B5F0-BB7E-9FA8-E466DF3D3F9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C316DA9-FDEB-B80B-6ADF-47368C0E27B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7DCF35E-C67B-19D8-8275-AE77D650E23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A795D1C-5D7A-AE9F-A5EA-85D6DBEA9861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C7A8217-CCEF-6DCF-FD4D-315413D89A9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492587-8685-FC95-1D42-6997D85E551A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0E19D7-68D0-85FE-76C9-2FCBA577882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9757C60-224E-3577-B7F1-4FF6544B78EF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1E23FEE-2ACC-7D89-339D-2711F7E3482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24350E-E97A-4D71-2C76-37EAA45E7737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148146C-4D37-E2E5-43A1-41A9D093862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7BF2BEE-8FAF-7D44-4506-97FFA84FFE60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7B2C72-10DF-D8E4-F55E-B55932A6C5F2}"/>
              </a:ext>
            </a:extLst>
          </p:cNvPr>
          <p:cNvSpPr txBox="1"/>
          <p:nvPr/>
        </p:nvSpPr>
        <p:spPr>
          <a:xfrm>
            <a:off x="3753394" y="712033"/>
            <a:ext cx="303582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C++ runs this statement, it’s as if a memory location is given the value of T and the label c.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60FB46-E031-4460-4F23-EDD1E26E34F0}"/>
              </a:ext>
            </a:extLst>
          </p:cNvPr>
          <p:cNvCxnSpPr>
            <a:cxnSpLocks/>
            <a:stCxn id="52" idx="3"/>
            <a:endCxn id="6" idx="1"/>
          </p:cNvCxnSpPr>
          <p:nvPr/>
        </p:nvCxnSpPr>
        <p:spPr>
          <a:xfrm flipV="1">
            <a:off x="6789219" y="1027906"/>
            <a:ext cx="1405547" cy="284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9454A4D-B9CB-45C8-A2B7-4C371EC5EA4E}"/>
              </a:ext>
            </a:extLst>
          </p:cNvPr>
          <p:cNvSpPr txBox="1"/>
          <p:nvPr/>
        </p:nvSpPr>
        <p:spPr>
          <a:xfrm>
            <a:off x="8194766" y="704740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622337-91F6-33B0-5532-08C242D081E1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787E8A-CEB1-2252-911C-65E6ADD25D71}"/>
              </a:ext>
            </a:extLst>
          </p:cNvPr>
          <p:cNvCxnSpPr>
            <a:cxnSpLocks/>
            <a:stCxn id="52" idx="2"/>
            <a:endCxn id="12" idx="0"/>
          </p:cNvCxnSpPr>
          <p:nvPr/>
        </p:nvCxnSpPr>
        <p:spPr>
          <a:xfrm>
            <a:off x="5271307" y="1912362"/>
            <a:ext cx="279404" cy="1331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8A7C43-F422-7347-B1D0-0102A9AAE08E}"/>
              </a:ext>
            </a:extLst>
          </p:cNvPr>
          <p:cNvSpPr txBox="1"/>
          <p:nvPr/>
        </p:nvSpPr>
        <p:spPr>
          <a:xfrm>
            <a:off x="8870406" y="1552189"/>
            <a:ext cx="234348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keeps track of the address of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65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638B-66E0-ED69-C8F8-46640C87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FB64-9F20-6F0C-47C5-14CC2388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7B5804-F100-8475-9AE1-A24DFE087CA1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397CA1-2C7D-98E1-5084-42178FCD9A48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380265A-88D9-8005-3D5A-F9197D27AB7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403164-1679-69CB-94C9-4A435D0B6EC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2713D0-42E5-8EE6-DCAD-BBB4F13A38D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DD97A9-52DC-EB43-5BE7-79289FBC687C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BD8487-AA2A-BE49-5778-887E9DC33F4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2ED00DD-4668-6C5E-D44D-1FC77087129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4BF33D-82DE-A380-ECB6-DB285C6DC98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EC9518-E3BD-B56D-38BC-04ECA8381F30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744A04-E152-A4A9-4B27-3EC715D5E39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018381-6716-7353-EE56-EFFC783A096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07937E-69B8-5F44-50F6-08BBDF8A5B1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F985CE-708E-1E1F-214C-733DDAABE68C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36E712F-94F3-7011-B62B-90BE03B3328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D67459-7D70-F58A-C0D6-49F9C873B32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65698BB-9D55-DB92-CDBE-6C051103E42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C6B7B5E-458A-3CEE-82BB-74101C4DD599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D8843F4-8D4E-F76C-ED03-DFF4632C99B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7B091CA-BCEE-0E50-BC26-69D4BFEA2170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74CB59C-2CE9-311A-2FDD-38DF617C520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E2714E2-CFE2-8737-D29A-9185E8727559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7F85DEE-82F8-80BF-04C1-A82A438AE3F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E0A961A-7B9C-6F13-DC42-8EC47B8AF21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0144DFA-DFFC-0697-7FF5-FB5DBE9D924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9AC5BF2-7872-F0D8-39C0-9AC6D83931A8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909A0A-9782-09BB-912B-8A043E9F2883}"/>
              </a:ext>
            </a:extLst>
          </p:cNvPr>
          <p:cNvSpPr txBox="1"/>
          <p:nvPr/>
        </p:nvSpPr>
        <p:spPr>
          <a:xfrm>
            <a:off x="3065075" y="666974"/>
            <a:ext cx="303582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C++ runs this statement, it’s as if a memory location is given the value of T and the label c.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BC8F2B-43DE-06FB-E0FA-5A35EC4DC8AE}"/>
              </a:ext>
            </a:extLst>
          </p:cNvPr>
          <p:cNvCxnSpPr>
            <a:cxnSpLocks/>
            <a:stCxn id="52" idx="3"/>
            <a:endCxn id="6" idx="1"/>
          </p:cNvCxnSpPr>
          <p:nvPr/>
        </p:nvCxnSpPr>
        <p:spPr>
          <a:xfrm flipV="1">
            <a:off x="6100900" y="788675"/>
            <a:ext cx="867804" cy="478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B7E308-13D0-D3C0-E820-4A202480451F}"/>
              </a:ext>
            </a:extLst>
          </p:cNvPr>
          <p:cNvSpPr txBox="1"/>
          <p:nvPr/>
        </p:nvSpPr>
        <p:spPr>
          <a:xfrm>
            <a:off x="6968704" y="188510"/>
            <a:ext cx="3983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5A146-6B9F-0411-B6FF-7047928F5B08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49C46E-A7E9-EE08-4D40-FE7027EF0A1A}"/>
              </a:ext>
            </a:extLst>
          </p:cNvPr>
          <p:cNvCxnSpPr>
            <a:cxnSpLocks/>
            <a:stCxn id="52" idx="2"/>
            <a:endCxn id="12" idx="0"/>
          </p:cNvCxnSpPr>
          <p:nvPr/>
        </p:nvCxnSpPr>
        <p:spPr>
          <a:xfrm>
            <a:off x="4582988" y="1867303"/>
            <a:ext cx="967723" cy="1376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25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AE7B-6FB6-2082-A793-D0FAE067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EE20-CDAC-0E1F-8FD6-72B14280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3015D6-8C36-90F8-DDB5-AC9E9D9E480C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5D295E-7EE0-DDFD-1E75-B95433F3E473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0132C5-31B2-7669-8D15-FA2BF5EBE55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E9DA0C-CC61-23F1-AE6A-EC4DD082494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F7E57D2-9C21-F7E0-3B7E-F20FBFE85C1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E07B18-72CD-CAD4-C7F0-93A50CEAFED5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9DFCB7-138D-2A55-8FC4-1F209AE94FA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389DEA-9941-E90D-5239-2571A0C26AE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12BD4C2-6C1B-1CB6-9229-8247F533AA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57968E1-68E9-9D5D-436B-BB8A2784E2AE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36119FC-B97A-D5C3-0B6E-4A23D1A9630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3B43D2-9740-EDA9-E6B4-1DC999CF75EB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10F7FBE-5E30-858C-E06C-3FE0DCA620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CA5362F-2B32-8345-75F2-554F79FE44F6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BFFFC1E-71E9-B8BB-A35F-A8C24FFAF41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60F419C-B776-76F1-BEA3-A6015D8AB97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C62151-6D6D-3269-22E3-1B1CE09E7F0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95402D-67C6-7C9E-8465-C1810E640A55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D3778A2-827D-98E1-3BBE-8B687828CCD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D5668BF-497F-F23A-0A2C-30B7A32B4030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E006756-01DD-AA34-2B73-8C5108E74BE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06D963C-72E1-7058-7C70-3F51C569A6F8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021A6CE-48B3-BED9-57E9-028B40527C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D85F4DC-8E9B-E51E-C9B0-95445C98E66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273A9F9-EA7B-6514-379A-8D4CF4F67F7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9B49B05-A3FA-DC2A-340B-3D181760B70E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8F45B-B594-B5BA-CC27-F5100ACCC7A9}"/>
              </a:ext>
            </a:extLst>
          </p:cNvPr>
          <p:cNvSpPr txBox="1"/>
          <p:nvPr/>
        </p:nvSpPr>
        <p:spPr>
          <a:xfrm>
            <a:off x="6641291" y="226444"/>
            <a:ext cx="55034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A2A06-2B0C-E917-F1C1-A5323DDCC5AF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7831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39D5-76C7-7513-B46C-3B61F5F8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522E-B12A-6A61-D182-467716D7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3E6CC7-281D-4460-FCC7-D2159F75528B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AA444F-38DE-57A0-AE91-BDDB21E959DF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8D92991-28F1-3AEC-0EB6-2E8529D5AD5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77A082-448E-3033-0509-B2BE162087C8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1563141-9F2A-3EBC-FFD3-16CD893E705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A1531B-3013-2F35-9C9D-9E1425EAAFEC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975B60E-8432-ACF9-26BB-7515BBE7D78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1BAF4C-1BA0-9AD8-583E-5CECE8C49BF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F3D16B-4B5A-C21F-15D9-096D6682C95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71F687-A6D4-8F5F-9556-9E3FCA539875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5A9C212-ED02-A30E-E560-4A7FC14600D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EE6D4A-20AE-A561-7DEF-62D9F94D16E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557EA5C-99EE-6999-760D-738FD9344C2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FC17B4-4141-0DD7-D361-1BBDC5ED1984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D1894D0-9705-D2BE-D7E2-8E40A2474F9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55CA3C-CAF4-E1E9-9DDF-7FE94138917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84C4673-4A6E-24F6-336C-8251F4B08A7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120D94-4510-D959-2F29-C38732BE5F5D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C60DDBA-B394-3406-CF40-2ACB5FD48FD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EA176C-816B-9AD4-D016-6040D5C9E334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C3EEEF-1791-1CEA-A991-BA3FC59B505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7ECE601-0186-F3F0-6FB9-1C2473A7EA75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1131309-F8A7-DE59-F52F-81B71C8B2F3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69F7D4E-7D33-37A7-856C-514578EAEC42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D1C8F5C-FC0E-51D5-8B26-EABC715AE10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EC7CE5E-6627-396E-9325-A25F8A0E673B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906C3-1E64-D48C-34C7-73C78B8A1A4A}"/>
              </a:ext>
            </a:extLst>
          </p:cNvPr>
          <p:cNvSpPr txBox="1"/>
          <p:nvPr/>
        </p:nvSpPr>
        <p:spPr>
          <a:xfrm>
            <a:off x="6641291" y="226444"/>
            <a:ext cx="55034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(void*)&amp;c; </a:t>
            </a:r>
            <a:b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// 1077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C3E4C-3981-B52D-D2FE-E2572D2568F7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F3C19-C36C-3E70-4C20-4F68D1E7E413}"/>
              </a:ext>
            </a:extLst>
          </p:cNvPr>
          <p:cNvSpPr txBox="1"/>
          <p:nvPr/>
        </p:nvSpPr>
        <p:spPr>
          <a:xfrm>
            <a:off x="6422321" y="2864475"/>
            <a:ext cx="349128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dirty="0"/>
              <a:t> is the </a:t>
            </a:r>
            <a:r>
              <a:rPr lang="en-US" b="1" dirty="0"/>
              <a:t>address-of operator </a:t>
            </a:r>
            <a:r>
              <a:rPr lang="en-US" dirty="0"/>
              <a:t>in C++, i.e. it returns the memory address of the variable.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300E4E-9F19-9A8A-E60B-CBA9C8C5AE02}"/>
              </a:ext>
            </a:extLst>
          </p:cNvPr>
          <p:cNvCxnSpPr>
            <a:cxnSpLocks/>
          </p:cNvCxnSpPr>
          <p:nvPr/>
        </p:nvCxnSpPr>
        <p:spPr>
          <a:xfrm flipV="1">
            <a:off x="9913601" y="2415209"/>
            <a:ext cx="582121" cy="449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008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7F02-2B7C-1BC7-84EF-B6EA7E45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A56A-3A04-2C38-3991-CF879C47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5DE402-9FD4-D6CF-3BAB-22A81627351B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ECAD59E-9D91-B4CA-E174-1016A1B35198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8CF102-B9A9-5D78-910D-13F0C28B241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C8583F-40A3-2D28-9D06-211AB65D973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C907BE-065B-55C8-69AB-6ED51D83A03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6BB424-9B56-644B-4F35-A387F2D6E0ED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094279-61C6-502F-DD61-AE34D0CA12F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23CEB8-3851-8AA4-F4B2-905405E662D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A07213-6AD4-BF6B-0DE3-FE7E742CEB6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8009AAF-8521-EEE8-2433-FE52E2F1549B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180E158-A4ED-7351-D388-117854EBE44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1F2B5C8-7322-911B-F884-BB3685CD57F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570BC9B-DFCE-C819-C013-C025C977571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E07F21-89AC-6184-AEAD-747F03282E3B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4F1210-A68E-112F-09B5-4D0404C98A6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ABBA89-5C6C-94DC-C118-4B3C6EF4C1D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C18A033-BDC9-C1B6-5A50-7197F5F10D9F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6F1CE97-E356-C39C-429D-2D1800D7DCBB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AB4A733-19FB-642A-FD5F-7AD18784764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8ACBCB-28C6-21B5-D93F-D5DCDFB79B3B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ACB433-A473-1280-44D9-EFC12BB7150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5B4367-457D-628E-5503-9C8F7BB05925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962CAA6-0085-677C-0B4E-FE15F4BA96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F508503-322D-BA89-AF26-8F4FC49EE3E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4B0412-8B34-14F8-9DEB-C341502604C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5F966EC-6382-E065-CFE7-B2B215C301C3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C6C22-B541-260E-5FDD-15FC71B12D49}"/>
              </a:ext>
            </a:extLst>
          </p:cNvPr>
          <p:cNvSpPr txBox="1"/>
          <p:nvPr/>
        </p:nvSpPr>
        <p:spPr>
          <a:xfrm>
            <a:off x="6641291" y="226444"/>
            <a:ext cx="55034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(void*)&amp;c; </a:t>
            </a:r>
            <a:b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// 1077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F475C-38A4-66CD-5A11-DA2CE52F546E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C6CE2-C730-5C34-FB54-137C5A271517}"/>
              </a:ext>
            </a:extLst>
          </p:cNvPr>
          <p:cNvSpPr txBox="1"/>
          <p:nvPr/>
        </p:nvSpPr>
        <p:spPr>
          <a:xfrm>
            <a:off x="6254877" y="2694444"/>
            <a:ext cx="361413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needed to print the address.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It </a:t>
            </a:r>
            <a:r>
              <a:rPr lang="en-US" b="1" dirty="0">
                <a:cs typeface="Consolas" panose="020B0609020204030204" pitchFamily="49" charset="0"/>
              </a:rPr>
              <a:t>casts</a:t>
            </a:r>
            <a:r>
              <a:rPr lang="en-US" dirty="0"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&amp;c</a:t>
            </a:r>
            <a:r>
              <a:rPr lang="en-US" dirty="0">
                <a:cs typeface="Consolas" panose="020B0609020204030204" pitchFamily="49" charset="0"/>
              </a:rPr>
              <a:t> to the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void*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44CDFE4-636A-402D-19B5-A53D8D5414A5}"/>
              </a:ext>
            </a:extLst>
          </p:cNvPr>
          <p:cNvSpPr/>
          <p:nvPr/>
        </p:nvSpPr>
        <p:spPr>
          <a:xfrm rot="16200000">
            <a:off x="9538703" y="1804738"/>
            <a:ext cx="186804" cy="15483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1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6C845-AC90-2C75-6A2C-37299989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A5E4-0048-2B82-2F70-C8685837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C40352-8087-A6F5-74D8-8705EB0A1D20}"/>
              </a:ext>
            </a:extLst>
          </p:cNvPr>
          <p:cNvSpPr txBox="1"/>
          <p:nvPr/>
        </p:nvSpPr>
        <p:spPr>
          <a:xfrm>
            <a:off x="2916126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3EF57C-88BF-FF96-A216-D8E1790A1A50}"/>
              </a:ext>
            </a:extLst>
          </p:cNvPr>
          <p:cNvGrpSpPr/>
          <p:nvPr/>
        </p:nvGrpSpPr>
        <p:grpSpPr>
          <a:xfrm>
            <a:off x="5044162" y="379790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8AD2649-18DF-171A-2145-18A3013920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05D82B-7620-DCAA-F312-CA07EDD3EB1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590529-3B45-33B1-0DA8-001FA9C59F1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8F0BD8-CB8F-387C-4382-42D576F7C0DF}"/>
              </a:ext>
            </a:extLst>
          </p:cNvPr>
          <p:cNvGrpSpPr/>
          <p:nvPr/>
        </p:nvGrpSpPr>
        <p:grpSpPr>
          <a:xfrm>
            <a:off x="4096317" y="379790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83A96FA-0210-BE4E-76B3-A710FF39C8F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B32C48-20B1-EC81-B480-7155445BB35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65416EE-C889-1D79-B202-202005F9AF6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C65B31-795D-05C6-599F-B2DECEE8B58F}"/>
              </a:ext>
            </a:extLst>
          </p:cNvPr>
          <p:cNvGrpSpPr/>
          <p:nvPr/>
        </p:nvGrpSpPr>
        <p:grpSpPr>
          <a:xfrm>
            <a:off x="6939851" y="379790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A8E6CB1-B4A8-9544-C9F3-E1D96D01CF6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324BA8B-3F13-BAF9-8741-2DE082BD991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F4A040-FEC7-E8EB-614C-294C354B50D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6F3F509-8099-081B-3B8C-9F27754D8B0E}"/>
              </a:ext>
            </a:extLst>
          </p:cNvPr>
          <p:cNvGrpSpPr/>
          <p:nvPr/>
        </p:nvGrpSpPr>
        <p:grpSpPr>
          <a:xfrm>
            <a:off x="5992007" y="379790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C6B2284-AF9E-5FCB-F306-45E06885B65D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D43DD5F-FCF3-AD88-4211-AB4FCC9DC51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3E6214D-332F-02E5-74C5-FE8130A8A8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1F5283-9330-6C69-0279-EAB04D9B8555}"/>
              </a:ext>
            </a:extLst>
          </p:cNvPr>
          <p:cNvGrpSpPr/>
          <p:nvPr/>
        </p:nvGrpSpPr>
        <p:grpSpPr>
          <a:xfrm>
            <a:off x="9856472" y="379366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A5E9F18-9B0C-D2E8-D939-F0DB7403BFC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C170037-71D7-5EEB-6263-0845B691135F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945A531-C23B-E9BE-8375-4CDBE8B580E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4231BB-672A-6696-F0A5-420B8042D7FA}"/>
              </a:ext>
            </a:extLst>
          </p:cNvPr>
          <p:cNvGrpSpPr/>
          <p:nvPr/>
        </p:nvGrpSpPr>
        <p:grpSpPr>
          <a:xfrm>
            <a:off x="1521768" y="379366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C0A2752-954A-3400-464C-70501A895BD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68E02D0-EC99-B787-CF87-60739E5521B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A5561C-1BD6-6979-EFD4-A6EAD185159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D29713C-878B-DC5C-70D4-411699FD39AE}"/>
              </a:ext>
            </a:extLst>
          </p:cNvPr>
          <p:cNvSpPr txBox="1"/>
          <p:nvPr/>
        </p:nvSpPr>
        <p:spPr>
          <a:xfrm>
            <a:off x="8633001" y="44441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B7FB0-F42A-7065-050F-4350E13B0E14}"/>
              </a:ext>
            </a:extLst>
          </p:cNvPr>
          <p:cNvSpPr txBox="1"/>
          <p:nvPr/>
        </p:nvSpPr>
        <p:spPr>
          <a:xfrm>
            <a:off x="6641291" y="226444"/>
            <a:ext cx="550343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c; // T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int(c); // 84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(void*)&amp;c; </a:t>
            </a:r>
            <a:b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// 1077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6250D-2091-2697-283E-14348FB77C6F}"/>
              </a:ext>
            </a:extLst>
          </p:cNvPr>
          <p:cNvSpPr txBox="1"/>
          <p:nvPr/>
        </p:nvSpPr>
        <p:spPr>
          <a:xfrm>
            <a:off x="5331741" y="324424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826D7-8913-84C5-726A-6E92E1167653}"/>
              </a:ext>
            </a:extLst>
          </p:cNvPr>
          <p:cNvSpPr txBox="1"/>
          <p:nvPr/>
        </p:nvSpPr>
        <p:spPr>
          <a:xfrm>
            <a:off x="3708908" y="5583335"/>
            <a:ext cx="6806692" cy="923330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Important!</a:t>
            </a:r>
            <a:r>
              <a:rPr lang="en-US" dirty="0">
                <a:cs typeface="Consolas" panose="020B0609020204030204" pitchFamily="49" charset="0"/>
              </a:rPr>
              <a:t> C++ and the operating system determine a variable’s address, and that address can vary from run to run of your program.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b="1" dirty="0">
                <a:cs typeface="Consolas" panose="020B0609020204030204" pitchFamily="49" charset="0"/>
              </a:rPr>
              <a:t>You should not depend on the exact memory address!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4407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4E22-2120-4A88-DE41-1184D764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5CE4-5427-CFC3-6003-C0C8AE53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600289-6182-A217-55E6-8DCA6935533C}"/>
              </a:ext>
            </a:extLst>
          </p:cNvPr>
          <p:cNvSpPr txBox="1"/>
          <p:nvPr/>
        </p:nvSpPr>
        <p:spPr>
          <a:xfrm>
            <a:off x="277697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8D610B-B989-3A3A-0B1C-A7C8255EFB07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3B91B8-2516-8B59-9778-DFF0CA8C6F54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50CA6B-230C-96C8-6A97-764F26274E3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544630-9796-7722-68DF-7971A8AE551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E01661-2116-D1FD-4AE9-6E7C1977463E}"/>
              </a:ext>
            </a:extLst>
          </p:cNvPr>
          <p:cNvGrpSpPr/>
          <p:nvPr/>
        </p:nvGrpSpPr>
        <p:grpSpPr>
          <a:xfrm>
            <a:off x="3957169" y="323137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840510E-16DF-4AC3-9904-759ECD3DB1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C76D46-3392-48BB-14C3-D18B50188F4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E25396-B463-6C6A-191A-2815CFF9A42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1076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B52EEF-F622-9E08-BB5C-D80F23B8D7CD}"/>
              </a:ext>
            </a:extLst>
          </p:cNvPr>
          <p:cNvGrpSpPr/>
          <p:nvPr/>
        </p:nvGrpSpPr>
        <p:grpSpPr>
          <a:xfrm>
            <a:off x="6800703" y="323137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A503A31-11E4-7B0D-5704-CE37CF7854E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6D39753-5F46-579D-065C-C1DB77D96E5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061BE4-D248-1342-1502-E2E04B52279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665EEF-E29E-8F42-8A85-7C17B22F5F8F}"/>
              </a:ext>
            </a:extLst>
          </p:cNvPr>
          <p:cNvGrpSpPr/>
          <p:nvPr/>
        </p:nvGrpSpPr>
        <p:grpSpPr>
          <a:xfrm>
            <a:off x="5852859" y="323137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04148A-7B5C-8F6B-B27B-28E935417A5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34FA07-17CD-914C-50DE-9DDC7815A23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08272E4-3FF9-8627-6042-D3BBD3921F2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1078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958AB4-D5DD-C1D4-3CF3-1F56396CBD26}"/>
              </a:ext>
            </a:extLst>
          </p:cNvPr>
          <p:cNvGrpSpPr/>
          <p:nvPr/>
        </p:nvGrpSpPr>
        <p:grpSpPr>
          <a:xfrm>
            <a:off x="10770871" y="322713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AFC2C9-A20F-F0BD-4730-BC3C4DF1B1D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896782-66AE-11F5-698D-C9571B0A65A7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28854F-66AE-67EB-70F8-586FB5AFA0C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N-1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CF2008-1D15-CBE6-971A-90EA90BD6BCA}"/>
              </a:ext>
            </a:extLst>
          </p:cNvPr>
          <p:cNvGrpSpPr/>
          <p:nvPr/>
        </p:nvGrpSpPr>
        <p:grpSpPr>
          <a:xfrm>
            <a:off x="1382620" y="322713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4167684-96C6-BCF5-D07E-499C3E525F7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951E0A1-4F92-A401-A0AC-2178C28B603D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7BE32B5-DAE4-5F37-BC7D-E5D9B5CD0283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33881D9-4E17-319F-2AFD-949C1A0C96E8}"/>
              </a:ext>
            </a:extLst>
          </p:cNvPr>
          <p:cNvSpPr txBox="1"/>
          <p:nvPr/>
        </p:nvSpPr>
        <p:spPr>
          <a:xfrm>
            <a:off x="1000660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65CAF1-E4D1-D239-0D9A-F57E7ED30244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B562D-3016-649F-C3DF-4E99A80F8517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0FAF8-C451-014B-FD22-CA976F160B9E}"/>
              </a:ext>
            </a:extLst>
          </p:cNvPr>
          <p:cNvSpPr txBox="1"/>
          <p:nvPr/>
        </p:nvSpPr>
        <p:spPr>
          <a:xfrm>
            <a:off x="4340948" y="809646"/>
            <a:ext cx="276488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a </a:t>
            </a:r>
            <a:r>
              <a:rPr lang="en-US" b="1" dirty="0">
                <a:cs typeface="Consolas" panose="020B0609020204030204" pitchFamily="49" charset="0"/>
              </a:rPr>
              <a:t>pointer</a:t>
            </a:r>
            <a:r>
              <a:rPr lang="en-US" dirty="0">
                <a:cs typeface="Consolas" panose="020B0609020204030204" pitchFamily="49" charset="0"/>
              </a:rPr>
              <a:t>.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It has the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char*</a:t>
            </a:r>
            <a:r>
              <a:rPr lang="en-US" dirty="0">
                <a:cs typeface="Consolas" panose="020B0609020204030204" pitchFamily="49" charset="0"/>
              </a:rPr>
              <a:t>, so it is a pointer to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33C7C0-67E1-8850-AA35-FA7984B6C33C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9718D4-A6F0-CFD3-D2F1-A4344C0106E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0D8946-E123-FB7C-CBA4-23333C2DD5E2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E8AAF9-CDAF-C04D-2DD2-4AD6663EE12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8821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92C321-9529-A6FC-0BBB-B3F9C5C445D1}"/>
              </a:ext>
            </a:extLst>
          </p:cNvPr>
          <p:cNvSpPr txBox="1"/>
          <p:nvPr/>
        </p:nvSpPr>
        <p:spPr>
          <a:xfrm>
            <a:off x="8076794" y="38699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9BCCD-FD02-AEA6-B051-046F0588949D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AFCFD-61EC-CC3E-F01C-C21A5E56A0A1}"/>
              </a:ext>
            </a:extLst>
          </p:cNvPr>
          <p:cNvSpPr txBox="1"/>
          <p:nvPr/>
        </p:nvSpPr>
        <p:spPr>
          <a:xfrm>
            <a:off x="4340948" y="1902595"/>
            <a:ext cx="2764885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stores the address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0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988A-F852-A138-39AA-250D6203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0694-BFAA-9B93-6538-33F78854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C093B-530D-7A1E-1E45-4CDACA1C2194}"/>
              </a:ext>
            </a:extLst>
          </p:cNvPr>
          <p:cNvSpPr txBox="1"/>
          <p:nvPr/>
        </p:nvSpPr>
        <p:spPr>
          <a:xfrm>
            <a:off x="277697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1FFC7C-18BE-E0B9-0F1E-5813AB356716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60BD44-20EE-3190-9852-0C6CE266F30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7251E9-A2F3-26BE-BF1F-0A3D8078E2B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366F42-23C2-D1B1-41DD-A431FA74E80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D8773B-2939-EBDB-6EDE-52E7CBB6B404}"/>
              </a:ext>
            </a:extLst>
          </p:cNvPr>
          <p:cNvGrpSpPr/>
          <p:nvPr/>
        </p:nvGrpSpPr>
        <p:grpSpPr>
          <a:xfrm>
            <a:off x="3957169" y="323137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7F7ABA-84C9-93A6-813C-1264E474FA4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2779F2-AFA8-F0F0-7888-E04F9DBCA14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279CC3-050E-DCFB-76C0-1C72C3123F9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D6FD0A-28FE-6C52-E14A-76AA987B8676}"/>
              </a:ext>
            </a:extLst>
          </p:cNvPr>
          <p:cNvGrpSpPr/>
          <p:nvPr/>
        </p:nvGrpSpPr>
        <p:grpSpPr>
          <a:xfrm>
            <a:off x="6800703" y="323137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9FB6AB-6D90-7E30-05E6-75EED9E86E6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7462FF-B1C8-5F85-B678-A51AB5609BDA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74FB770-D500-378C-D62D-E640458A6A6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B9C89-397A-75A7-2159-51D054DF0C36}"/>
              </a:ext>
            </a:extLst>
          </p:cNvPr>
          <p:cNvGrpSpPr/>
          <p:nvPr/>
        </p:nvGrpSpPr>
        <p:grpSpPr>
          <a:xfrm>
            <a:off x="5852859" y="323137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1900819-7A86-60C5-46EA-F3F21C93AB5F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554C97-A949-D28F-4381-4E9B7670C14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973ABAD-F1AF-C23B-4A13-EB960CF81898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43E5BD-0FBD-A01B-4444-965051E268EE}"/>
              </a:ext>
            </a:extLst>
          </p:cNvPr>
          <p:cNvGrpSpPr/>
          <p:nvPr/>
        </p:nvGrpSpPr>
        <p:grpSpPr>
          <a:xfrm>
            <a:off x="10770871" y="322713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71A45CA-6E43-6D37-8B75-4205F4C2607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8CA2DA-4EF7-029F-DB0F-7106638A0813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354D9E-BC9B-1C9F-F671-53FB2A66340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33E848-69A5-8730-254B-3B6B5D2C92C0}"/>
              </a:ext>
            </a:extLst>
          </p:cNvPr>
          <p:cNvGrpSpPr/>
          <p:nvPr/>
        </p:nvGrpSpPr>
        <p:grpSpPr>
          <a:xfrm>
            <a:off x="1382620" y="322713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350558-F877-3195-6172-25BD037D369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68A21E0-30F3-8348-7BEF-90B968EAC18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22DD1C2-5F82-E7A0-F39A-4F81DBF78FDB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0D06688-F8DE-2F56-BF31-F9CED4254417}"/>
              </a:ext>
            </a:extLst>
          </p:cNvPr>
          <p:cNvSpPr txBox="1"/>
          <p:nvPr/>
        </p:nvSpPr>
        <p:spPr>
          <a:xfrm>
            <a:off x="1000660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6FD39-20BD-011E-F1DE-B706CB35D455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52118-2DA0-FD43-D50E-4725B18BA972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2E8165-0A02-1448-A1B8-7A8A3BD245A5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6C8459-155C-C14B-21DD-54884900EB1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55E7F6-F9A8-F6CA-2BED-761B9825E4A9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1077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318751-8D89-A631-1C34-4BA52A3399F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C2A024D-F223-76D4-993E-3FE4B46120CD}"/>
              </a:ext>
            </a:extLst>
          </p:cNvPr>
          <p:cNvSpPr txBox="1"/>
          <p:nvPr/>
        </p:nvSpPr>
        <p:spPr>
          <a:xfrm>
            <a:off x="8076794" y="38699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668001F-AB82-C053-007D-476C67C87A37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6EA3EC-F2FF-D224-28B3-3BD06EE18448}"/>
              </a:ext>
            </a:extLst>
          </p:cNvPr>
          <p:cNvSpPr txBox="1"/>
          <p:nvPr/>
        </p:nvSpPr>
        <p:spPr>
          <a:xfrm>
            <a:off x="1221137" y="1780079"/>
            <a:ext cx="27648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Since we don’t know the exact address, and don’t usually care about them, we usually don’t write any.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0F8FE-7083-1135-ABDD-7F19D6FA47EE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504340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339B-67AB-5B6E-6ECC-9E633FC9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D3A76-A68D-F2AD-99CD-86B74749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B1D339-96AD-3D15-C36C-D3440B8C3B83}"/>
              </a:ext>
            </a:extLst>
          </p:cNvPr>
          <p:cNvSpPr txBox="1"/>
          <p:nvPr/>
        </p:nvSpPr>
        <p:spPr>
          <a:xfrm>
            <a:off x="277697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FDE2B32-B236-A62F-BC43-4F1355E9D638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C3DA32F-F186-7372-3591-B71859FAB286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797755-61A0-9252-6D32-A3495104BCA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874FBF-741B-B3F1-2A73-93C73A107AB7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C10BFFA-DA05-E6E3-01A7-3B23500420E9}"/>
              </a:ext>
            </a:extLst>
          </p:cNvPr>
          <p:cNvGrpSpPr/>
          <p:nvPr/>
        </p:nvGrpSpPr>
        <p:grpSpPr>
          <a:xfrm>
            <a:off x="3957169" y="3231375"/>
            <a:ext cx="944489" cy="1229260"/>
            <a:chOff x="4441717" y="4154269"/>
            <a:chExt cx="944489" cy="122926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E632E07-A4E4-6A41-81BF-100DAB1002A0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3AA16D-989B-516A-8417-FF5741785D0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A7E3F69-F40D-CEB3-7248-CD0437FEE82C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460C2A-B74E-83D8-B124-0C07344D6A15}"/>
              </a:ext>
            </a:extLst>
          </p:cNvPr>
          <p:cNvGrpSpPr/>
          <p:nvPr/>
        </p:nvGrpSpPr>
        <p:grpSpPr>
          <a:xfrm>
            <a:off x="6800703" y="3231375"/>
            <a:ext cx="944489" cy="1229260"/>
            <a:chOff x="4441717" y="4154269"/>
            <a:chExt cx="944489" cy="12292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6EAC000-3736-9C14-059E-40FED5965A0B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2E3D51-7E5F-61D9-A8E8-116464FE6641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80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FE6EEE2-8E8B-5F68-3DF7-466CDD5352B6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936FE11-C501-7E11-341C-380CDA62BB9E}"/>
              </a:ext>
            </a:extLst>
          </p:cNvPr>
          <p:cNvGrpSpPr/>
          <p:nvPr/>
        </p:nvGrpSpPr>
        <p:grpSpPr>
          <a:xfrm>
            <a:off x="5852859" y="3231375"/>
            <a:ext cx="944489" cy="1229260"/>
            <a:chOff x="4441717" y="4154269"/>
            <a:chExt cx="944489" cy="122926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7FE4B0B-6A38-6E22-565D-A2537492047E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FF846C1-4043-F5C3-0B19-4BA953E668AC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F7F0F9-B0E0-B2B0-E94C-514F76369FB9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75F171-9335-8A99-037F-BE36D5A02B62}"/>
              </a:ext>
            </a:extLst>
          </p:cNvPr>
          <p:cNvGrpSpPr/>
          <p:nvPr/>
        </p:nvGrpSpPr>
        <p:grpSpPr>
          <a:xfrm>
            <a:off x="10770871" y="3227136"/>
            <a:ext cx="944489" cy="1229260"/>
            <a:chOff x="4441717" y="4154269"/>
            <a:chExt cx="944489" cy="12292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0C0FA2D-138D-18AE-474B-AEDA20FA0AFC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6D98BD-6B00-FDF4-54DD-B35BC592C26D}"/>
                </a:ext>
              </a:extLst>
            </p:cNvPr>
            <p:cNvSpPr txBox="1"/>
            <p:nvPr/>
          </p:nvSpPr>
          <p:spPr>
            <a:xfrm>
              <a:off x="4441717" y="4666226"/>
              <a:ext cx="9156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8257788-2669-97C7-CD05-2DD8C5434E8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86AA35-5113-9148-D31E-D0386A636040}"/>
              </a:ext>
            </a:extLst>
          </p:cNvPr>
          <p:cNvGrpSpPr/>
          <p:nvPr/>
        </p:nvGrpSpPr>
        <p:grpSpPr>
          <a:xfrm>
            <a:off x="1382620" y="3227136"/>
            <a:ext cx="944489" cy="1229260"/>
            <a:chOff x="4441717" y="4154269"/>
            <a:chExt cx="944489" cy="12292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5D009D-96A5-EDA1-79FD-76821DC68FFA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ACC9D4D-EAFC-1DD5-BD60-B4578E5DF66E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342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8E17F6-C453-3A53-36BF-C9526C39B2C1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4601C14-4EF3-1AC5-B382-E5C9097EC929}"/>
              </a:ext>
            </a:extLst>
          </p:cNvPr>
          <p:cNvSpPr txBox="1"/>
          <p:nvPr/>
        </p:nvSpPr>
        <p:spPr>
          <a:xfrm>
            <a:off x="10006608" y="387759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F5199-6FAC-B903-9D47-5C56AD6E6DF3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32D6B-3F61-EE14-A77D-6F1C806B9EF8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B7A4AA-E449-1408-FEEC-99803AAEE40A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A01CF0-B09E-4919-D3E7-CF552744478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0B06FF-13CE-D593-D4BC-D5A3A8D58E83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37AE39-372B-ADD4-8C10-225CDD3B87D4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EFD0D76-F1BF-5C4A-2D91-9A05BD2C021A}"/>
              </a:ext>
            </a:extLst>
          </p:cNvPr>
          <p:cNvSpPr txBox="1"/>
          <p:nvPr/>
        </p:nvSpPr>
        <p:spPr>
          <a:xfrm>
            <a:off x="8076794" y="386992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 . 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DF737B-E776-DC54-9850-8BF495E256C8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467E7-519B-F4C2-A885-C4CD9955C6CD}"/>
              </a:ext>
            </a:extLst>
          </p:cNvPr>
          <p:cNvSpPr txBox="1"/>
          <p:nvPr/>
        </p:nvSpPr>
        <p:spPr>
          <a:xfrm>
            <a:off x="1221137" y="1780079"/>
            <a:ext cx="27648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Since we don’t know the exact address, and don’t usually care about them, we usually don’t write any.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AC81E-3D9B-85AF-6017-38014EFB1454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E3632-D0B3-174B-86CE-71B590234DFA}"/>
              </a:ext>
            </a:extLst>
          </p:cNvPr>
          <p:cNvSpPr txBox="1"/>
          <p:nvPr/>
        </p:nvSpPr>
        <p:spPr>
          <a:xfrm>
            <a:off x="7934605" y="2223007"/>
            <a:ext cx="276488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Since we are not writing addresses, lets just put an arrow form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8791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6298-5E32-371D-A0A8-23C03B80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9F84-EFD3-0037-BCD0-9AC5682D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9156B5-1A41-36FD-5398-DD66061D8BB1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3DE6D28-342C-5632-DEBD-C2063F143BB7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115402-3957-AAAD-4E61-D943FA5A6944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523F4D-55DC-B3F8-9282-CD7E5047D18E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1C849C7-5855-E2C4-0872-5FD19BD966EF}"/>
              </a:ext>
            </a:extLst>
          </p:cNvPr>
          <p:cNvSpPr txBox="1"/>
          <p:nvPr/>
        </p:nvSpPr>
        <p:spPr>
          <a:xfrm>
            <a:off x="9098078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24274-8765-E032-0DF1-C1B880A2E4EF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D368BD-2415-61D4-A52F-75F5D0CA06AE}"/>
              </a:ext>
            </a:extLst>
          </p:cNvPr>
          <p:cNvGrpSpPr/>
          <p:nvPr/>
        </p:nvGrpSpPr>
        <p:grpSpPr>
          <a:xfrm>
            <a:off x="8830375" y="3227136"/>
            <a:ext cx="944491" cy="1229260"/>
            <a:chOff x="4441715" y="4154269"/>
            <a:chExt cx="944491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D29D90-6427-3092-4702-3E2B94826E55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0FB60D-7ACE-B325-0F1F-AFE1AE0179B4}"/>
                </a:ext>
              </a:extLst>
            </p:cNvPr>
            <p:cNvSpPr txBox="1"/>
            <p:nvPr/>
          </p:nvSpPr>
          <p:spPr>
            <a:xfrm>
              <a:off x="4441715" y="4758558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982FD3-8A59-4A98-90BF-CAA6E3F351B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3" name="Freeform 12">
            <a:extLst>
              <a:ext uri="{FF2B5EF4-FFF2-40B4-BE49-F238E27FC236}">
                <a16:creationId xmlns:a16="http://schemas.microsoft.com/office/drawing/2014/main" id="{5D91D4DC-40C7-2F85-037C-2CC367908D23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1A60EE-EA9C-6D33-2022-10A5589566BD}"/>
              </a:ext>
            </a:extLst>
          </p:cNvPr>
          <p:cNvSpPr txBox="1"/>
          <p:nvPr/>
        </p:nvSpPr>
        <p:spPr>
          <a:xfrm>
            <a:off x="4522489" y="1791422"/>
            <a:ext cx="2764885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Let’s get rid of the other memory locations.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110CA-B925-46D3-202F-2C19C3D77BE1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12922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4707E-4ED8-38E9-5855-2990193D6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F745-68AE-B06B-B664-99AFF5D5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0AE5BC-9DEE-3CCC-818A-DB31DAFDD8BB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B298EC6-EFEE-A85C-FB80-6CA96EF0CB01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D2DB28-FDC8-F207-331A-F2D0D1FA62C5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295AAC-9224-2F55-8AD2-5B8406EAFD62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2F3AEE2-D761-930B-ADB6-F3F0314C6C67}"/>
              </a:ext>
            </a:extLst>
          </p:cNvPr>
          <p:cNvSpPr txBox="1"/>
          <p:nvPr/>
        </p:nvSpPr>
        <p:spPr>
          <a:xfrm>
            <a:off x="9224734" y="3865921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13D6D-1349-7A34-7D3C-04A014C57B32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4230707-3B21-DAF8-6909-575C91391476}"/>
              </a:ext>
            </a:extLst>
          </p:cNvPr>
          <p:cNvSpPr/>
          <p:nvPr/>
        </p:nvSpPr>
        <p:spPr>
          <a:xfrm>
            <a:off x="5511114" y="4303643"/>
            <a:ext cx="3762095" cy="854940"/>
          </a:xfrm>
          <a:custGeom>
            <a:avLst/>
            <a:gdLst>
              <a:gd name="csX0" fmla="*/ 3896139 w 3896139"/>
              <a:gd name="csY0" fmla="*/ 0 h 1063550"/>
              <a:gd name="csX1" fmla="*/ 1023730 w 3896139"/>
              <a:gd name="csY1" fmla="*/ 1063487 h 1063550"/>
              <a:gd name="csX2" fmla="*/ 0 w 3896139"/>
              <a:gd name="csY2" fmla="*/ 39757 h 1063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96139" h="1063550">
                <a:moveTo>
                  <a:pt x="3896139" y="0"/>
                </a:moveTo>
                <a:cubicBezTo>
                  <a:pt x="2784612" y="528430"/>
                  <a:pt x="1673086" y="1056861"/>
                  <a:pt x="1023730" y="1063487"/>
                </a:cubicBezTo>
                <a:cubicBezTo>
                  <a:pt x="374373" y="1070113"/>
                  <a:pt x="187186" y="554935"/>
                  <a:pt x="0" y="3975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321FE9-F01C-88C7-F084-4FC955E83784}"/>
              </a:ext>
            </a:extLst>
          </p:cNvPr>
          <p:cNvSpPr txBox="1"/>
          <p:nvPr/>
        </p:nvSpPr>
        <p:spPr>
          <a:xfrm>
            <a:off x="4522489" y="1791422"/>
            <a:ext cx="27648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often don’t bother with an entire box for pointers, and just write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and an arrow.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39D94A-B56D-926F-3990-0253726F5EB3}"/>
              </a:ext>
            </a:extLst>
          </p:cNvPr>
          <p:cNvSpPr txBox="1"/>
          <p:nvPr/>
        </p:nvSpPr>
        <p:spPr>
          <a:xfrm>
            <a:off x="5172715" y="451225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65368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BF79-B427-3E27-D114-9C0CCB87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E0AA-ED2C-75E0-3474-1B4590A3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6D1E3FE-DBE4-9B1A-AADA-146DB94173EB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1176E3-B669-1E05-57EE-3D04D4C45833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2189EC-B20D-3EA6-B96F-E45A3E89C86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1916AB3-5E4C-3432-568B-E9995E2777AD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4A9682-BE76-7587-9B05-EA41C2B6C827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1B984-7A22-03AF-5DD6-1E2B9FF54402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2E3DE-5568-7BBC-841A-F6BF357FA70E}"/>
              </a:ext>
            </a:extLst>
          </p:cNvPr>
          <p:cNvSpPr txBox="1"/>
          <p:nvPr/>
        </p:nvSpPr>
        <p:spPr>
          <a:xfrm>
            <a:off x="4522489" y="1791422"/>
            <a:ext cx="203733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Let’s tidy up the diagram a bit …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DBF1A-050C-092E-5082-AE1202401398}"/>
              </a:ext>
            </a:extLst>
          </p:cNvPr>
          <p:cNvSpPr txBox="1"/>
          <p:nvPr/>
        </p:nvSpPr>
        <p:spPr>
          <a:xfrm>
            <a:off x="5158288" y="30260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9FB76CD-2EB1-4BA6-2633-0B57E7A8E34B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700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D509-03E5-4084-433B-196A986C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0842-4D37-EE20-0E89-49CAA5BB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FB994E-AADF-4E98-6CAB-F7074E98BA4A}"/>
              </a:ext>
            </a:extLst>
          </p:cNvPr>
          <p:cNvGrpSpPr/>
          <p:nvPr/>
        </p:nvGrpSpPr>
        <p:grpSpPr>
          <a:xfrm>
            <a:off x="4905014" y="3231375"/>
            <a:ext cx="944489" cy="1229260"/>
            <a:chOff x="4441717" y="4154269"/>
            <a:chExt cx="944489" cy="12292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9E67B5-FD2A-E2B4-E523-730AFF8F6C79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92DF-0061-3E2A-E62F-F3A923708E93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0000"/>
                  </a:solidFill>
                </a:rPr>
                <a:t>'T'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C13D72-5996-FBF7-F7E9-AE17591A6D4A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B8CEA8C-5E45-3EC6-2D56-6FC3BE3F4C33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7BF00-14BE-786D-CB46-AD4F63C19136}"/>
              </a:ext>
            </a:extLst>
          </p:cNvPr>
          <p:cNvSpPr txBox="1"/>
          <p:nvPr/>
        </p:nvSpPr>
        <p:spPr>
          <a:xfrm>
            <a:off x="7486117" y="236383"/>
            <a:ext cx="34772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  <a:endParaRPr lang="en-US" sz="3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1165D6-D176-A0EB-CEC8-7C8575231B56}"/>
              </a:ext>
            </a:extLst>
          </p:cNvPr>
          <p:cNvSpPr txBox="1"/>
          <p:nvPr/>
        </p:nvSpPr>
        <p:spPr>
          <a:xfrm>
            <a:off x="7915910" y="2820002"/>
            <a:ext cx="261764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 typical diagram for representing he above code.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D15B0-2098-36DA-993D-A529EF938B24}"/>
              </a:ext>
            </a:extLst>
          </p:cNvPr>
          <p:cNvSpPr txBox="1"/>
          <p:nvPr/>
        </p:nvSpPr>
        <p:spPr>
          <a:xfrm>
            <a:off x="5158288" y="30260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5AAC07-75B4-E396-2E89-8997850737D7}"/>
              </a:ext>
            </a:extLst>
          </p:cNvPr>
          <p:cNvCxnSpPr>
            <a:stCxn id="12" idx="3"/>
            <a:endCxn id="28" idx="1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113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E92E-5022-D467-77FF-9FD307C3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D2DD-F38C-4288-8629-4475196A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F0428-70D4-4FAF-89DD-B3139C845621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44DBE-5EB4-1C29-FB35-18E930FBA35B}"/>
              </a:ext>
            </a:extLst>
          </p:cNvPr>
          <p:cNvSpPr txBox="1"/>
          <p:nvPr/>
        </p:nvSpPr>
        <p:spPr>
          <a:xfrm>
            <a:off x="7486117" y="236383"/>
            <a:ext cx="42370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*p; // T</a:t>
            </a:r>
            <a:endParaRPr lang="en-US" sz="3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D3FBC-CC1B-E405-9C96-4523401A4EBC}"/>
              </a:ext>
            </a:extLst>
          </p:cNvPr>
          <p:cNvSpPr txBox="1"/>
          <p:nvPr/>
        </p:nvSpPr>
        <p:spPr>
          <a:xfrm>
            <a:off x="8508881" y="2578263"/>
            <a:ext cx="261764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 </a:t>
            </a:r>
            <a:r>
              <a:rPr lang="en-US" dirty="0">
                <a:cs typeface="Consolas" panose="020B0609020204030204" pitchFamily="49" charset="0"/>
              </a:rPr>
              <a:t>refers to the value of the variable that p points to, i.e.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is another name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440E35-E6A0-0AD7-AF45-F2F79A74166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76CC3EE-61D3-4626-38B0-9021FE58A400}"/>
              </a:ext>
            </a:extLst>
          </p:cNvPr>
          <p:cNvGrpSpPr/>
          <p:nvPr/>
        </p:nvGrpSpPr>
        <p:grpSpPr>
          <a:xfrm>
            <a:off x="5057414" y="3383775"/>
            <a:ext cx="944489" cy="1229260"/>
            <a:chOff x="4441717" y="4154269"/>
            <a:chExt cx="944489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83AFB7-5C97-B2AB-F477-E77D704CFF42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D1B816-E1AF-0340-8D10-75A0F120981F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'T'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628ED1-5A63-E578-66AE-DCD5698BF390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25F8083-CC34-EAD3-4EEC-EEED8ACF59C0}"/>
              </a:ext>
            </a:extLst>
          </p:cNvPr>
          <p:cNvSpPr txBox="1"/>
          <p:nvPr/>
        </p:nvSpPr>
        <p:spPr>
          <a:xfrm>
            <a:off x="5310688" y="31784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9AD971-73E6-23AC-F3EA-09B65BE3A9DF}"/>
              </a:ext>
            </a:extLst>
          </p:cNvPr>
          <p:cNvCxnSpPr/>
          <p:nvPr/>
        </p:nvCxnSpPr>
        <p:spPr>
          <a:xfrm>
            <a:off x="3183835" y="3937773"/>
            <a:ext cx="1873579" cy="281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1D99BF-FE08-31D1-37B7-5E322CD4B87A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9817705" y="1990709"/>
            <a:ext cx="0" cy="587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4013F0-40CE-C897-17FC-3258CE65755F}"/>
              </a:ext>
            </a:extLst>
          </p:cNvPr>
          <p:cNvSpPr txBox="1"/>
          <p:nvPr/>
        </p:nvSpPr>
        <p:spPr>
          <a:xfrm>
            <a:off x="5086266" y="4613035"/>
            <a:ext cx="91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3885555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3A38-7B86-D284-CE10-45149EDC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6F37-120F-F065-7A43-A934CCDB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3478" cy="1325563"/>
          </a:xfrm>
        </p:spPr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937E69-B7C7-96E6-C07C-34FF20D01B0D}"/>
              </a:ext>
            </a:extLst>
          </p:cNvPr>
          <p:cNvSpPr txBox="1"/>
          <p:nvPr/>
        </p:nvSpPr>
        <p:spPr>
          <a:xfrm>
            <a:off x="2593495" y="3462207"/>
            <a:ext cx="43794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8E535-8ADB-DC61-81EF-58840A9162FC}"/>
              </a:ext>
            </a:extLst>
          </p:cNvPr>
          <p:cNvSpPr txBox="1"/>
          <p:nvPr/>
        </p:nvSpPr>
        <p:spPr>
          <a:xfrm>
            <a:off x="7486117" y="236383"/>
            <a:ext cx="42370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 c = 'T';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char* p = &amp;c;</a:t>
            </a:r>
          </a:p>
          <a:p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T</a:t>
            </a: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 = 'a';</a:t>
            </a:r>
          </a:p>
          <a:p>
            <a:r>
              <a:rPr lang="en-US" sz="3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*p; //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F8AA1B-1BCD-7EF6-0AE6-8AE8060D44F4}"/>
              </a:ext>
            </a:extLst>
          </p:cNvPr>
          <p:cNvSpPr txBox="1"/>
          <p:nvPr/>
        </p:nvSpPr>
        <p:spPr>
          <a:xfrm>
            <a:off x="4787176" y="2148299"/>
            <a:ext cx="261764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can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anywhere we can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A54D92-C1D0-8BEC-3E6F-EC49E56A47E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031435" y="3785373"/>
            <a:ext cx="1873579" cy="28112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12063D4-F285-4BE9-DE8A-48309ED21571}"/>
              </a:ext>
            </a:extLst>
          </p:cNvPr>
          <p:cNvGrpSpPr/>
          <p:nvPr/>
        </p:nvGrpSpPr>
        <p:grpSpPr>
          <a:xfrm>
            <a:off x="5057414" y="3383775"/>
            <a:ext cx="944489" cy="1229260"/>
            <a:chOff x="4441717" y="4154269"/>
            <a:chExt cx="944489" cy="12292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E4397D-E94E-30F4-5D59-14C96AFDEFF8}"/>
                </a:ext>
              </a:extLst>
            </p:cNvPr>
            <p:cNvSpPr/>
            <p:nvPr/>
          </p:nvSpPr>
          <p:spPr>
            <a:xfrm>
              <a:off x="4470570" y="4595253"/>
              <a:ext cx="915636" cy="7882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82ACA7-0DD0-8E17-EF2B-31AA13F87380}"/>
                </a:ext>
              </a:extLst>
            </p:cNvPr>
            <p:cNvSpPr txBox="1"/>
            <p:nvPr/>
          </p:nvSpPr>
          <p:spPr>
            <a:xfrm>
              <a:off x="4441717" y="4666226"/>
              <a:ext cx="9444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'a'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B090EC-5DC3-6699-AD17-401AF58BBF55}"/>
                </a:ext>
              </a:extLst>
            </p:cNvPr>
            <p:cNvSpPr txBox="1"/>
            <p:nvPr/>
          </p:nvSpPr>
          <p:spPr>
            <a:xfrm>
              <a:off x="4470571" y="4154269"/>
              <a:ext cx="915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14AB55-7386-FDBA-E425-EFD9A5363FC9}"/>
              </a:ext>
            </a:extLst>
          </p:cNvPr>
          <p:cNvSpPr txBox="1"/>
          <p:nvPr/>
        </p:nvSpPr>
        <p:spPr>
          <a:xfrm>
            <a:off x="5310688" y="3178428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62736A-27EF-27F7-C191-E74B52F946C4}"/>
              </a:ext>
            </a:extLst>
          </p:cNvPr>
          <p:cNvCxnSpPr/>
          <p:nvPr/>
        </p:nvCxnSpPr>
        <p:spPr>
          <a:xfrm>
            <a:off x="3183835" y="3937773"/>
            <a:ext cx="1873579" cy="281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1E4EB5-AA7B-3AAD-E99A-9BF1BABFC2D1}"/>
              </a:ext>
            </a:extLst>
          </p:cNvPr>
          <p:cNvSpPr txBox="1"/>
          <p:nvPr/>
        </p:nvSpPr>
        <p:spPr>
          <a:xfrm>
            <a:off x="5086266" y="4613035"/>
            <a:ext cx="91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564620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252B-01AE-E151-A412-41B1764A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3F9C-E54B-5C5C-D2C3-4225338C6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can have pointers to any type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string* </a:t>
            </a:r>
            <a:r>
              <a:rPr lang="en-US" dirty="0"/>
              <a:t>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BB8A7-6B45-CEDD-7B4B-B1736161F6CA}"/>
              </a:ext>
            </a:extLst>
          </p:cNvPr>
          <p:cNvSpPr txBox="1"/>
          <p:nvPr/>
        </p:nvSpPr>
        <p:spPr>
          <a:xfrm>
            <a:off x="8637105" y="21880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General Rule</a:t>
            </a:r>
          </a:p>
          <a:p>
            <a:pPr algn="ctr"/>
            <a:r>
              <a:rPr lang="en-US" dirty="0">
                <a:cs typeface="Consolas" panose="020B0609020204030204" pitchFamily="49" charset="0"/>
              </a:rPr>
              <a:t>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 is a C++ type, then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</a:t>
            </a:r>
            <a:r>
              <a:rPr lang="en-US" dirty="0">
                <a:cs typeface="Consolas" panose="020B0609020204030204" pitchFamily="49" charset="0"/>
              </a:rPr>
              <a:t> points to (holds the address of) a value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496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8FE4-5439-7926-4517-7C27E767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6AB1-D680-67FA-66B6-D47CCB03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1AD74-03FC-87F3-C6A5-BC051A2CA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 can have pointers to any type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  <a:r>
              <a:rPr lang="en-US" dirty="0"/>
              <a:t> is the type </a:t>
            </a:r>
            <a:r>
              <a:rPr lang="en-US" b="1" dirty="0"/>
              <a:t>pointer to an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string* </a:t>
            </a:r>
            <a:r>
              <a:rPr lang="en-US" dirty="0"/>
              <a:t>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also have pointers to pointers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</a:t>
            </a:r>
            <a:r>
              <a:rPr lang="en-US" dirty="0"/>
              <a:t> is the type </a:t>
            </a:r>
            <a:r>
              <a:rPr lang="en-US" b="1" dirty="0"/>
              <a:t>pointer to an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double**</a:t>
            </a:r>
            <a:r>
              <a:rPr lang="en-US" dirty="0"/>
              <a:t> 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double*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string** </a:t>
            </a:r>
            <a:r>
              <a:rPr lang="en-US" dirty="0"/>
              <a:t>is the type </a:t>
            </a:r>
            <a:r>
              <a:rPr lang="en-US" b="1" dirty="0"/>
              <a:t>pointer to 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string*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int***</a:t>
            </a:r>
            <a:r>
              <a:rPr lang="en-US" dirty="0">
                <a:cs typeface="Consolas" panose="020B0609020204030204" pitchFamily="49" charset="0"/>
              </a:rPr>
              <a:t> is the type </a:t>
            </a:r>
            <a:r>
              <a:rPr lang="en-US" b="1" dirty="0">
                <a:cs typeface="Consolas" panose="020B0609020204030204" pitchFamily="49" charset="0"/>
              </a:rPr>
              <a:t>pointer to an int**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pointer to a pointer to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*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pointer to a pointer to a pointer to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96ED8-9174-F794-724F-9194FB09B224}"/>
              </a:ext>
            </a:extLst>
          </p:cNvPr>
          <p:cNvSpPr txBox="1"/>
          <p:nvPr/>
        </p:nvSpPr>
        <p:spPr>
          <a:xfrm>
            <a:off x="8637105" y="21880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General Rule</a:t>
            </a:r>
          </a:p>
          <a:p>
            <a:pPr algn="ctr"/>
            <a:r>
              <a:rPr lang="en-US" dirty="0">
                <a:cs typeface="Consolas" panose="020B0609020204030204" pitchFamily="49" charset="0"/>
              </a:rPr>
              <a:t>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 is a C++ type, then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T*</a:t>
            </a:r>
            <a:r>
              <a:rPr lang="en-US" dirty="0">
                <a:cs typeface="Consolas" panose="020B0609020204030204" pitchFamily="49" charset="0"/>
              </a:rPr>
              <a:t> points to (holds the address of) a value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07AF5-50F2-6B83-F0D0-99442B108D2A}"/>
              </a:ext>
            </a:extLst>
          </p:cNvPr>
          <p:cNvSpPr txBox="1"/>
          <p:nvPr/>
        </p:nvSpPr>
        <p:spPr>
          <a:xfrm>
            <a:off x="7616687" y="4834572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Pointers to pointers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</a:t>
            </a:r>
            <a:r>
              <a:rPr lang="en-US" dirty="0">
                <a:cs typeface="Consolas" panose="020B0609020204030204" pitchFamily="49" charset="0"/>
              </a:rPr>
              <a:t> can be useful and do occur in practice! But types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int***</a:t>
            </a:r>
            <a:r>
              <a:rPr lang="en-US" dirty="0">
                <a:cs typeface="Consolas" panose="020B0609020204030204" pitchFamily="49" charset="0"/>
              </a:rPr>
              <a:t> are very rare.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47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DB91-661B-9DBD-B2E2-9944C2A0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4CC54-0CAC-CC9A-8CCD-D2A325CE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9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Every running C++ program has three main regions of memory:</a:t>
            </a:r>
          </a:p>
          <a:p>
            <a:pPr marL="457200" lvl="1" indent="0">
              <a:buNone/>
            </a:pPr>
            <a:r>
              <a:rPr lang="en-US" b="1" dirty="0"/>
              <a:t>Static memory</a:t>
            </a:r>
            <a:r>
              <a:rPr lang="en-US" dirty="0"/>
              <a:t>: for global variables </a:t>
            </a:r>
          </a:p>
          <a:p>
            <a:pPr marL="457200" lvl="1" indent="0">
              <a:buNone/>
            </a:pPr>
            <a:r>
              <a:rPr lang="en-US" b="1" dirty="0"/>
              <a:t>Call stack memory</a:t>
            </a:r>
            <a:r>
              <a:rPr lang="en-US" dirty="0"/>
              <a:t>: function call info and local variables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Free store memory</a:t>
            </a:r>
            <a:r>
              <a:rPr lang="en-US" dirty="0"/>
              <a:t>: all other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FE65F-1A3A-92E8-A7F1-E2EF7B572916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CFFD2-5C5F-0401-243F-5E06FF541BB0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2D5BC-81C5-B68B-1DB8-8F1025BE46A7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975F1-8146-5AFF-B30A-9E9C62B09E80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66015-9E54-D05D-F5D2-6E3292AEB600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7E603-97C3-DE7F-20EC-80C454D33597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28B0F-D166-CDAF-D4AC-5FECCD380F89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C1263-D8FB-40C4-0207-322B5D734AD1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D4BAFB-D2A5-79D6-C47A-595B29098DDF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</p:spTree>
    <p:extLst>
      <p:ext uri="{BB962C8B-B14F-4D97-AF65-F5344CB8AC3E}">
        <p14:creationId xmlns:p14="http://schemas.microsoft.com/office/powerpoint/2010/main" val="2031637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14B1-62D4-64DD-3FD6-F438159B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D049-E9A9-081B-DFAD-6FB9A12D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E35BE4-2715-E940-755E-D5715820ABDC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63248-567D-A02E-FBB0-6023A109C821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E39A-691B-0E83-3DAF-2006F9581C7B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28B88-72CC-DBE3-581C-DFB4C305E0D0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72D45-80C9-18EB-94D7-C910E8786692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48CC4-D202-A4B0-68EA-C5F4B3EA9DB2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54166-55F7-CD8E-A90E-27259D4B5E5D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FA65E-4CF4-8152-D556-5B1DFEBD73C8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B06BB-1263-EB44-0D12-0B0B52C90E41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E72BA-836E-0D2A-CAF0-99FE14C62E0F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4FA73C-F53F-F9AD-AF2D-7280374AC1C1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912EDC-5E21-7359-F5D1-37CE678BA303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9631E7-47C9-BC6D-DAFD-EA1EE6AB7BBD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702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9586-83AC-D7C4-3B5D-14856C80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CE64-7F1F-08C9-973A-A6C92A5C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D7F6C-D8BA-66E7-7AAE-981E2D382640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E799B-2F36-C258-A907-49DFC3A381CA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C2C9D1-1626-105B-BCDA-013F31B838A1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C78E8-6586-F40E-773E-1BFEB9CC9BCD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B7562-74F9-684A-92E5-F447CD074395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99B4C-937A-0174-A8DD-FFCDBA1DEFBF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F43D4-6F27-35C0-C744-1392C219B8F7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DC607-0E55-2C7C-98D4-3E5D252E883E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7CCDF-30F6-CE1F-24C8-4A556C82BE27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7FEDF-C99E-C03B-2F62-08D47CA7518B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E60649-FA31-ECD3-E469-4609355D3C13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850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4B0F-7772-1EF9-DB9C-EA04CCE9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76C73-D347-55CD-ED9F-983E0BF5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A2395F-6F73-7524-BD3C-01024BC6F057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73943-4FF9-C777-B62A-C0DD991E46FB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0BA90-ACFA-F748-409A-706B70842BA7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82E5C-30A8-8EC7-70E2-559733FAEEAB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36969-4387-C194-EFB1-DE8F7B5AABCE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F2E1D-21C4-2A2C-20DD-F2975A36C766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8F608-8A3B-163D-9CB2-0B8C474BDAEC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8A417-BD41-D708-73E1-5DC3B0F4A0FE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57BFD-62DB-A3E9-29FE-D63C2C0396BD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A895D-94D0-33A5-38C1-02D5A1F2500B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37582F-4F0A-0CB9-F59B-3486E3B101CB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E44B2DF-DFC5-3392-90AF-C7FE25329553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8B38D8-3D4D-9922-C67A-F425ACD4C115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F0D6D2-F784-C58D-93BE-BEB99E5476A4}"/>
              </a:ext>
            </a:extLst>
          </p:cNvPr>
          <p:cNvSpPr txBox="1"/>
          <p:nvPr/>
        </p:nvSpPr>
        <p:spPr>
          <a:xfrm>
            <a:off x="7647332" y="1999255"/>
            <a:ext cx="21584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Free store memory </a:t>
            </a:r>
            <a:r>
              <a:rPr lang="en-US" dirty="0">
                <a:cs typeface="Consolas" panose="020B0609020204030204" pitchFamily="49" charset="0"/>
              </a:rPr>
              <a:t>is allocated and de-allocated on demand as the program runs.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A4D22A-2B2B-756E-6265-5181D2C4AA17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726556" y="3476583"/>
            <a:ext cx="0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466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F517-E008-7972-C1CD-0FE48728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C71-DEEE-B0A8-B2EF-68AFB468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16D50-5C7C-457F-C64A-59E6E698FC7B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FA73E-E292-3975-E80E-09BDD8E17150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150F1-188E-7725-4D73-59CCA9B6C193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94F28-CC44-70F3-860D-5528F28AE7A7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62EBD-67EF-920C-0C1F-15C9B6E16319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0D8F2-6EC4-ECD8-D99C-8DF3EDD4E23E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6C4A3-8AB4-0981-976A-365D4633EDD7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1B378-684B-37D7-7B41-9A67DDD69F94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FFF57-492D-B6FA-392E-4FAE45421B51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AD393B-4267-9DAB-8797-5E8AA35058E5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B5264D-D198-4609-1791-599826C240B5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B4F32A-3065-580B-13BC-004790EE59B6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80D54E-3719-6B0E-03D4-C2FAF6C21D9E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B28DAA6-9788-91D2-0533-973BDB8973E0}"/>
              </a:ext>
            </a:extLst>
          </p:cNvPr>
          <p:cNvSpPr txBox="1"/>
          <p:nvPr/>
        </p:nvSpPr>
        <p:spPr>
          <a:xfrm>
            <a:off x="7647332" y="1999255"/>
            <a:ext cx="21584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Free store memory </a:t>
            </a:r>
            <a:r>
              <a:rPr lang="en-US" dirty="0">
                <a:cs typeface="Consolas" panose="020B0609020204030204" pitchFamily="49" charset="0"/>
              </a:rPr>
              <a:t>is allocated and de-allocated on demand as the program runs.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291E90-ABF1-8BE6-3E07-4FBEC2665B23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726556" y="3476583"/>
            <a:ext cx="0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5CCE65-40F9-DC75-14C1-00EEDE5AC130}"/>
              </a:ext>
            </a:extLst>
          </p:cNvPr>
          <p:cNvSpPr txBox="1"/>
          <p:nvPr/>
        </p:nvSpPr>
        <p:spPr>
          <a:xfrm>
            <a:off x="1837349" y="5715000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AE2E75-3FB5-176D-14ED-797B83F9C82C}"/>
              </a:ext>
            </a:extLst>
          </p:cNvPr>
          <p:cNvSpPr txBox="1"/>
          <p:nvPr/>
        </p:nvSpPr>
        <p:spPr>
          <a:xfrm>
            <a:off x="4869283" y="5729764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E1F7B2-951D-AEF7-391E-AB595A53F3F9}"/>
              </a:ext>
            </a:extLst>
          </p:cNvPr>
          <p:cNvSpPr txBox="1"/>
          <p:nvPr/>
        </p:nvSpPr>
        <p:spPr>
          <a:xfrm>
            <a:off x="8156527" y="5843171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Manually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managed</a:t>
            </a:r>
          </a:p>
        </p:txBody>
      </p:sp>
    </p:spTree>
    <p:extLst>
      <p:ext uri="{BB962C8B-B14F-4D97-AF65-F5344CB8AC3E}">
        <p14:creationId xmlns:p14="http://schemas.microsoft.com/office/powerpoint/2010/main" val="4273813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0854-EA5A-30A4-6AF8-948FF880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7ED5-9279-4687-86B8-C1DE7B5B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1FD5E-F803-3485-92A2-351E6BF99ED3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34943F-437E-FD45-AA90-BDE32AAEAC85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AF5CA-A692-338C-369E-FFB2480AA90B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4128F-C486-8037-3BCF-66FE6CE26BAF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22A56-0A1F-4642-51C3-5FEFD91483E1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43CBB-9311-A0FB-2958-7CC708CC498D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E8180-4155-5934-0FB0-113F580364FD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BEC5FE-823D-8C84-C84B-D4D37653E16F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AEA7E-B514-8DC1-3A7F-2597A3AEA8A7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EBBD49-2B5E-A89F-5320-4776328AEF5D}"/>
              </a:ext>
            </a:extLst>
          </p:cNvPr>
          <p:cNvSpPr txBox="1"/>
          <p:nvPr/>
        </p:nvSpPr>
        <p:spPr>
          <a:xfrm>
            <a:off x="1321520" y="1999255"/>
            <a:ext cx="260405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Static memory </a:t>
            </a:r>
            <a:r>
              <a:rPr lang="en-US" dirty="0">
                <a:cs typeface="Consolas" panose="020B0609020204030204" pitchFamily="49" charset="0"/>
              </a:rPr>
              <a:t>is determined by the compiler, and it’s size never changes during the program run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DC4856-57C8-C3EB-4D41-1CB1E0505302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flipH="1">
            <a:off x="2613491" y="3476583"/>
            <a:ext cx="10055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2C0DF6-62E5-EE8F-8BED-A475E63C54E3}"/>
              </a:ext>
            </a:extLst>
          </p:cNvPr>
          <p:cNvSpPr txBox="1"/>
          <p:nvPr/>
        </p:nvSpPr>
        <p:spPr>
          <a:xfrm>
            <a:off x="4402650" y="1999255"/>
            <a:ext cx="247183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Call stack memory </a:t>
            </a:r>
            <a:r>
              <a:rPr lang="en-US" dirty="0">
                <a:cs typeface="Consolas" panose="020B0609020204030204" pitchFamily="49" charset="0"/>
              </a:rPr>
              <a:t>increases and decreases as functions are called while the program runs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044CC8-0092-7D61-85DF-AF9E5C09CFA1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5638568" y="3476583"/>
            <a:ext cx="6858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9E7964-77BE-6CC1-3867-8FF81B79D91E}"/>
              </a:ext>
            </a:extLst>
          </p:cNvPr>
          <p:cNvSpPr txBox="1"/>
          <p:nvPr/>
        </p:nvSpPr>
        <p:spPr>
          <a:xfrm>
            <a:off x="7647332" y="1999255"/>
            <a:ext cx="21584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Free store memory </a:t>
            </a:r>
            <a:r>
              <a:rPr lang="en-US" dirty="0">
                <a:cs typeface="Consolas" panose="020B0609020204030204" pitchFamily="49" charset="0"/>
              </a:rPr>
              <a:t>is allocated and de-allocated on demand as the program runs.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F837E2-1754-F742-34C7-C213CE83E689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>
            <a:off x="8726556" y="3476583"/>
            <a:ext cx="0" cy="55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D1E7AE-85E5-1468-E618-D33C01E488BF}"/>
              </a:ext>
            </a:extLst>
          </p:cNvPr>
          <p:cNvSpPr txBox="1"/>
          <p:nvPr/>
        </p:nvSpPr>
        <p:spPr>
          <a:xfrm>
            <a:off x="1837349" y="5715000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64F69-6C50-608F-6A2F-9732F8ED715F}"/>
              </a:ext>
            </a:extLst>
          </p:cNvPr>
          <p:cNvSpPr txBox="1"/>
          <p:nvPr/>
        </p:nvSpPr>
        <p:spPr>
          <a:xfrm>
            <a:off x="4869283" y="5729764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787763-944F-3717-342C-BECD5BC70E8A}"/>
              </a:ext>
            </a:extLst>
          </p:cNvPr>
          <p:cNvSpPr txBox="1"/>
          <p:nvPr/>
        </p:nvSpPr>
        <p:spPr>
          <a:xfrm>
            <a:off x="8156527" y="5843171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Manually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managed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7030C3-9159-E6C3-927E-2C29FC8CF819}"/>
              </a:ext>
            </a:extLst>
          </p:cNvPr>
          <p:cNvSpPr txBox="1"/>
          <p:nvPr/>
        </p:nvSpPr>
        <p:spPr>
          <a:xfrm>
            <a:off x="9952319" y="5600148"/>
            <a:ext cx="2158447" cy="1200329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Free store memory is flexible and powerful, but very tricky to get right!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51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3C93-8699-8AF6-65D2-44672EC5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950E-0337-BA06-49FE-60D2D585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68"/>
            <a:ext cx="10515600" cy="1325563"/>
          </a:xfrm>
        </p:spPr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86FC-487F-A351-73E0-E2D6ACA29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329"/>
            <a:ext cx="10515600" cy="22891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Every running C++ program has three main regions of memory:</a:t>
            </a:r>
          </a:p>
          <a:p>
            <a:pPr marL="457200" lvl="1" indent="0">
              <a:buNone/>
            </a:pPr>
            <a:r>
              <a:rPr lang="en-US" b="1" dirty="0"/>
              <a:t>Static memory</a:t>
            </a:r>
            <a:r>
              <a:rPr lang="en-US" dirty="0"/>
              <a:t>: just declare and use </a:t>
            </a:r>
            <a:r>
              <a:rPr lang="en-US" dirty="0" err="1"/>
              <a:t>globals</a:t>
            </a:r>
            <a:r>
              <a:rPr lang="en-US" dirty="0"/>
              <a:t>; C++ takes care of allocating and de-allocating the memory</a:t>
            </a:r>
          </a:p>
          <a:p>
            <a:pPr marL="457200" lvl="1" indent="0">
              <a:buNone/>
            </a:pPr>
            <a:r>
              <a:rPr lang="en-US" b="1" dirty="0"/>
              <a:t>Call stack memory</a:t>
            </a:r>
            <a:r>
              <a:rPr lang="en-US" dirty="0"/>
              <a:t>: just call functions and use variables; C++ takes care of allocating and de-allocating the memory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Free store memory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call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FF0000"/>
                </a:solidFill>
              </a:rPr>
              <a:t> to allocate (request) memory, and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solidFill>
                  <a:srgbClr val="FF0000"/>
                </a:solidFill>
              </a:rPr>
              <a:t> to de-allocate (give back)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24B06A-1527-8851-5165-B12BD68805A5}"/>
              </a:ext>
            </a:extLst>
          </p:cNvPr>
          <p:cNvSpPr/>
          <p:nvPr/>
        </p:nvSpPr>
        <p:spPr>
          <a:xfrm>
            <a:off x="1272209" y="4681330"/>
            <a:ext cx="283265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B1431-1146-0080-8A9A-2E383EEB76CE}"/>
              </a:ext>
            </a:extLst>
          </p:cNvPr>
          <p:cNvSpPr/>
          <p:nvPr/>
        </p:nvSpPr>
        <p:spPr>
          <a:xfrm>
            <a:off x="410486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2C0B0-BC21-CC77-D24B-648A0EEB662F}"/>
              </a:ext>
            </a:extLst>
          </p:cNvPr>
          <p:cNvSpPr/>
          <p:nvPr/>
        </p:nvSpPr>
        <p:spPr>
          <a:xfrm>
            <a:off x="7185991" y="4681330"/>
            <a:ext cx="308113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93ED0-BFE0-2D93-DE6E-6D19E68572BC}"/>
              </a:ext>
            </a:extLst>
          </p:cNvPr>
          <p:cNvSpPr txBox="1"/>
          <p:nvPr/>
        </p:nvSpPr>
        <p:spPr>
          <a:xfrm>
            <a:off x="2084211" y="4034999"/>
            <a:ext cx="1058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Static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5A8F2-F554-473E-BA4B-535A64D27639}"/>
              </a:ext>
            </a:extLst>
          </p:cNvPr>
          <p:cNvSpPr txBox="1"/>
          <p:nvPr/>
        </p:nvSpPr>
        <p:spPr>
          <a:xfrm>
            <a:off x="5005186" y="4034999"/>
            <a:ext cx="128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Call stack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8AB7C-FDEA-B5E3-65A0-7D2CE7990A81}"/>
              </a:ext>
            </a:extLst>
          </p:cNvPr>
          <p:cNvSpPr txBox="1"/>
          <p:nvPr/>
        </p:nvSpPr>
        <p:spPr>
          <a:xfrm>
            <a:off x="8086829" y="4034999"/>
            <a:ext cx="1279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Free store </a:t>
            </a:r>
            <a:br>
              <a:rPr lang="en-US" b="1" dirty="0"/>
            </a:br>
            <a:r>
              <a:rPr lang="en-US" b="1" dirty="0"/>
              <a:t>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13EFF-3D49-F06E-75B2-66A542861BE7}"/>
              </a:ext>
            </a:extLst>
          </p:cNvPr>
          <p:cNvSpPr txBox="1"/>
          <p:nvPr/>
        </p:nvSpPr>
        <p:spPr>
          <a:xfrm>
            <a:off x="1714431" y="4953864"/>
            <a:ext cx="1798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702B2-E5B7-5EF4-91B1-B88FF84CD663}"/>
              </a:ext>
            </a:extLst>
          </p:cNvPr>
          <p:cNvSpPr txBox="1"/>
          <p:nvPr/>
        </p:nvSpPr>
        <p:spPr>
          <a:xfrm>
            <a:off x="4547083" y="4815364"/>
            <a:ext cx="2182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 call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9C507-C6CE-0B1A-51D5-368CD1BB232C}"/>
              </a:ext>
            </a:extLst>
          </p:cNvPr>
          <p:cNvSpPr txBox="1"/>
          <p:nvPr/>
        </p:nvSpPr>
        <p:spPr>
          <a:xfrm>
            <a:off x="7938340" y="4928771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else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3A55B-82A3-F13E-4F69-FD6657E1ED8F}"/>
              </a:ext>
            </a:extLst>
          </p:cNvPr>
          <p:cNvSpPr txBox="1"/>
          <p:nvPr/>
        </p:nvSpPr>
        <p:spPr>
          <a:xfrm>
            <a:off x="1837349" y="5715000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F88F07-D960-2984-C118-BA9BD844B9ED}"/>
              </a:ext>
            </a:extLst>
          </p:cNvPr>
          <p:cNvSpPr txBox="1"/>
          <p:nvPr/>
        </p:nvSpPr>
        <p:spPr>
          <a:xfrm>
            <a:off x="4869283" y="5729764"/>
            <a:ext cx="1552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Automatically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managed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6D58D-B6D1-F884-C549-670AFA47E13B}"/>
              </a:ext>
            </a:extLst>
          </p:cNvPr>
          <p:cNvSpPr txBox="1"/>
          <p:nvPr/>
        </p:nvSpPr>
        <p:spPr>
          <a:xfrm>
            <a:off x="8156527" y="5843171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Manually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managed</a:t>
            </a:r>
          </a:p>
        </p:txBody>
      </p:sp>
    </p:spTree>
    <p:extLst>
      <p:ext uri="{BB962C8B-B14F-4D97-AF65-F5344CB8AC3E}">
        <p14:creationId xmlns:p14="http://schemas.microsoft.com/office/powerpoint/2010/main" val="2120698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F909-09B1-3D46-BB5E-DEB7B73A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Three Memory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783D-A23A-09C4-8694-0B0EA9B0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Manual management of the free store is a defining feature of C/C++</a:t>
            </a:r>
          </a:p>
          <a:p>
            <a:r>
              <a:rPr lang="en-US" dirty="0"/>
              <a:t>It is flexible, but very tricky to get right!</a:t>
            </a:r>
          </a:p>
          <a:p>
            <a:r>
              <a:rPr lang="en-US" dirty="0"/>
              <a:t>Most other languages automatically manage the free store using a a family of techniques called </a:t>
            </a:r>
            <a:r>
              <a:rPr lang="en-US" b="1" dirty="0"/>
              <a:t>garbage collection</a:t>
            </a:r>
          </a:p>
          <a:p>
            <a:pPr lvl="1"/>
            <a:r>
              <a:rPr lang="en-US" dirty="0"/>
              <a:t>In a running program, every so often memory in the free store is scanned and unused memory is de-allocated</a:t>
            </a:r>
          </a:p>
          <a:p>
            <a:pPr lvl="1"/>
            <a:r>
              <a:rPr lang="en-US" dirty="0"/>
              <a:t>The up-shot is that the programmer requests (allocates) memory, but never needs to explicitly give it back (de-allocate), since the garbage collector will eventually de-allocate it</a:t>
            </a:r>
          </a:p>
          <a:p>
            <a:pPr lvl="1"/>
            <a:r>
              <a:rPr lang="en-US" dirty="0"/>
              <a:t>Garbage-collected programs tend to be less efficient than non-garbage collected programs</a:t>
            </a:r>
          </a:p>
        </p:txBody>
      </p:sp>
    </p:spTree>
    <p:extLst>
      <p:ext uri="{BB962C8B-B14F-4D97-AF65-F5344CB8AC3E}">
        <p14:creationId xmlns:p14="http://schemas.microsoft.com/office/powerpoint/2010/main" val="3216095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41C4-791F-8818-4001-36298DAF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4059C-65E9-E9D4-0DD6-0B9088C47D55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4CE21-0EC2-E9E4-7945-E5511168C15F}"/>
              </a:ext>
            </a:extLst>
          </p:cNvPr>
          <p:cNvSpPr/>
          <p:nvPr/>
        </p:nvSpPr>
        <p:spPr>
          <a:xfrm>
            <a:off x="2196547" y="5237922"/>
            <a:ext cx="3458817" cy="8845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9CBC9-7AA2-7328-9A92-FD5185CD0D01}"/>
              </a:ext>
            </a:extLst>
          </p:cNvPr>
          <p:cNvSpPr txBox="1"/>
          <p:nvPr/>
        </p:nvSpPr>
        <p:spPr>
          <a:xfrm>
            <a:off x="3706985" y="5351934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26EB0-46F9-E973-B825-1F870BE646DC}"/>
              </a:ext>
            </a:extLst>
          </p:cNvPr>
          <p:cNvSpPr txBox="1"/>
          <p:nvPr/>
        </p:nvSpPr>
        <p:spPr>
          <a:xfrm>
            <a:off x="2838955" y="6210229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7F315-F2C3-0FF8-1D27-09731A73DE53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B2EC18-77B5-FF26-7C46-308DD4F66F52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59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98FA-10D7-AA03-ECA8-430F2DF7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A771-46FB-304F-0CA1-86EA61C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E49E4-1932-7246-0DFB-69E268E1BC7D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643AC-ED24-C556-8FCC-591E8370A0D6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48908-D3C5-8A9E-BD5A-AE83149C9278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B446A-35A9-4D44-D9C4-523523B3096C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E2400-9C6E-CE5E-82B8-2FA0F540DB11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6.4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989D55-1F46-47C3-08C1-F5C3EAE69D6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F06B21-6AC0-03ED-B1ED-17A79D71F2C2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BC225-FD9F-FF44-2C46-187CAF3A3782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DBFB15-657C-1738-948B-3A6C49E22785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F24E35-2727-D350-5EA9-CF4FB14FE612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8DF1B36-C647-B5B1-C556-4DC7FE65217D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FB5469A6-1412-68FF-AE06-88F8DB081500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C363D-8CDB-879B-1C3A-A357941186DE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6176853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DE53-64E8-6706-325E-ADD8DEB9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7034-28D8-D112-B612-C552B8B7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15A04-C65C-D520-E03E-87A4BF5C6306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764FE-8608-2770-FC94-CAC6D0720AE2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E3499-72B7-BFAC-0681-50E176779547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31B60-3A66-CC22-7454-B05BF81B160A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B5DBB-45B2-F51D-46F1-319D8B82AF71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6305FF-E3D9-A12A-1BB0-7D9FD04583C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09D3B4-F0CD-04BD-B85C-7CFE17F8E4ED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1CF3B6-2CB0-9E06-8C82-3F4DFF6AB1F9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95CF3-DF77-068B-FBF7-9D9B4455431F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00D11A-AC6D-7C23-1090-B40486EE8D23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BF7F2E-F4BA-2040-8E7A-7A5576C6AAE0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5C2AB03C-9F3C-5711-1478-556470E67D9B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92337-A95B-6F99-6934-4407485CB1CE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2560160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C885-9CA1-D5C4-BF13-B07FF0A5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6BC9-F56F-198F-FC18-94B12696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A1363-8E07-CE2E-186E-64DD81394C20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0AC798-6AE0-75D5-95B0-8C71DEAC4594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53899-D65E-340D-8623-4BF63833A87C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09FC0-5CF0-2B0C-BF60-82EBEE195051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F02F0-9CFC-2418-B284-CE968CEBDC7C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D0BBCA-2338-20A8-26C5-AFF43A69C4E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F3096A-DC88-0C04-F42A-8D8A5654451B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2CB61-76E1-69A4-6483-05D301FFE90A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3A4FD-6200-F479-CC8E-D9C7209FD4A3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612D43-FE03-4743-AB81-8BA863428EFA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6F762E0-CFF1-4144-9BA4-9C37E089B803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19B6810-FF2A-23C1-DE4C-A0653B953E3E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F928F-5B79-FC94-73D1-52E3C20FE1AB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5FA2CD-C2DD-B8ED-FEBB-012E51C96538}"/>
              </a:ext>
            </a:extLst>
          </p:cNvPr>
          <p:cNvGrpSpPr/>
          <p:nvPr/>
        </p:nvGrpSpPr>
        <p:grpSpPr>
          <a:xfrm>
            <a:off x="7949511" y="5120044"/>
            <a:ext cx="968352" cy="519687"/>
            <a:chOff x="9491870" y="2817315"/>
            <a:chExt cx="318052" cy="32799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995E5B2-A030-7618-EC0B-8A1A2F0266B0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88C961-8DAC-0A6A-0E2D-F60FC62F3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B08FA01-8A24-19A6-39D8-860F9ED42795}"/>
              </a:ext>
            </a:extLst>
          </p:cNvPr>
          <p:cNvSpPr txBox="1"/>
          <p:nvPr/>
        </p:nvSpPr>
        <p:spPr>
          <a:xfrm>
            <a:off x="8160025" y="3862872"/>
            <a:ext cx="22528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calling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only de-allocates the free store memory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CB6717-9CFC-1184-731B-2CF0D0A9CA6B}"/>
              </a:ext>
            </a:extLst>
          </p:cNvPr>
          <p:cNvSpPr txBox="1"/>
          <p:nvPr/>
        </p:nvSpPr>
        <p:spPr>
          <a:xfrm>
            <a:off x="4903624" y="4001371"/>
            <a:ext cx="238475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pointer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on the call stack is still there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27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2EF6-4D15-18E1-48F9-C8637435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0D0E-277E-C8F1-566E-FB939942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5F9E5-1072-25EB-CCB0-9D0D77A1691A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delete p;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9B43D-8743-0CEE-2DDE-7E94A7939826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571D9-5D40-5482-95A5-B9349609AB21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00B0F-1252-BDD2-A0D3-25EBD649DBEA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3B347-527F-8E20-F10B-43EE5ED666B3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D8B807-C776-7E25-38D1-96FF6C53580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ABAB8CE-98E7-E54E-E1B8-C3CA734F882A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E3201B-2B45-CF69-E34F-DCD1BE018A00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71258D-2BCC-59C8-4356-70C8761272DA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8B27B4-0410-473D-6851-9FB8FA0AB155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382F35-E1DD-A06E-472C-903076B75424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29EC4933-E298-92D5-85F7-258E7B0A169E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9F075-35B5-92C6-FE35-CE6DCECE771D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04F71E-6F7E-FA9B-71F1-C4DEFF68C45B}"/>
              </a:ext>
            </a:extLst>
          </p:cNvPr>
          <p:cNvGrpSpPr/>
          <p:nvPr/>
        </p:nvGrpSpPr>
        <p:grpSpPr>
          <a:xfrm>
            <a:off x="7949511" y="5120044"/>
            <a:ext cx="968352" cy="519687"/>
            <a:chOff x="9491870" y="2817315"/>
            <a:chExt cx="318052" cy="32799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0C238A-727F-ABCC-ADEC-0F630AC20FF7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F7E969-B15C-07A6-B395-DC3C64A35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25959F9-5589-E62D-56E6-6987B2D77B7D}"/>
              </a:ext>
            </a:extLst>
          </p:cNvPr>
          <p:cNvSpPr txBox="1"/>
          <p:nvPr/>
        </p:nvSpPr>
        <p:spPr>
          <a:xfrm>
            <a:off x="4671392" y="4136097"/>
            <a:ext cx="3375672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pointer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de-allocated when function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>
                <a:cs typeface="Consolas" panose="020B0609020204030204" pitchFamily="49" charset="0"/>
              </a:rPr>
              <a:t> returns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E3CAE9-A087-21C3-7AE0-FBD37AD66F7D}"/>
              </a:ext>
            </a:extLst>
          </p:cNvPr>
          <p:cNvSpPr/>
          <p:nvPr/>
        </p:nvSpPr>
        <p:spPr>
          <a:xfrm>
            <a:off x="554451" y="4343156"/>
            <a:ext cx="545300" cy="632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C1EB42-B897-9634-FF64-FB273688A9D1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1099751" y="4459262"/>
            <a:ext cx="3571641" cy="199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3988C1-E5C4-2F1D-00CF-CF1C0F33428C}"/>
              </a:ext>
            </a:extLst>
          </p:cNvPr>
          <p:cNvGrpSpPr/>
          <p:nvPr/>
        </p:nvGrpSpPr>
        <p:grpSpPr>
          <a:xfrm>
            <a:off x="3411874" y="5183409"/>
            <a:ext cx="968352" cy="519687"/>
            <a:chOff x="9491870" y="2817315"/>
            <a:chExt cx="318052" cy="327992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4B8A0D-7D27-A821-1ECB-565A898765EB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1B99E6-82DB-EF88-920D-39879AB455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1575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2BCD-D6A8-586E-28DE-3821085E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C514-B7B0-968E-23A7-B3863B72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F1E89-D477-1DFA-71A5-9AA13F726302}"/>
              </a:ext>
            </a:extLst>
          </p:cNvPr>
          <p:cNvSpPr txBox="1"/>
          <p:nvPr/>
        </p:nvSpPr>
        <p:spPr>
          <a:xfrm>
            <a:off x="653305" y="996152"/>
            <a:ext cx="80361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delete p;</a:t>
            </a:r>
          </a:p>
          <a:p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9A0358-5BFE-AEED-D23D-29BDB7F1F38A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F6CA5-60EB-7C2F-D4C6-920C16247186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7A3CD-D4CE-95F2-D222-6F9A41E17341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45255-0318-AF07-6356-620CE1C0708A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9EF3BE-21EB-E6B2-201B-C45BA21D0C3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3D87D7-F024-CC84-AE46-A01CCBB34A9B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E3AEE3-8D5D-5D22-5C4F-5A7DB42B482E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F48B99-85B1-120F-26A3-3712C04E8656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91098-534B-F60E-6DC0-D4E1AF927F17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13310E4-4F4F-19AD-6D8F-EA73E5953F9F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EC3409D4-FA06-1E51-EE1C-401740807D17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95F13-F8CF-5699-CE43-E8252BBE3CC3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48A225-0AD2-0554-56FD-100C88C1CDD6}"/>
              </a:ext>
            </a:extLst>
          </p:cNvPr>
          <p:cNvSpPr txBox="1"/>
          <p:nvPr/>
        </p:nvSpPr>
        <p:spPr>
          <a:xfrm>
            <a:off x="8681354" y="3311511"/>
            <a:ext cx="285734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In the region after delete and before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a </a:t>
            </a:r>
            <a:r>
              <a:rPr lang="en-US" b="1" dirty="0">
                <a:cs typeface="Consolas" panose="020B0609020204030204" pitchFamily="49" charset="0"/>
              </a:rPr>
              <a:t>dangling pointer</a:t>
            </a:r>
            <a:r>
              <a:rPr lang="en-US" dirty="0">
                <a:cs typeface="Consolas" panose="020B0609020204030204" pitchFamily="49" charset="0"/>
              </a:rPr>
              <a:t>, meaning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points to invalid memory.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5CBDC7-F43C-44A9-F465-5C231C170803}"/>
              </a:ext>
            </a:extLst>
          </p:cNvPr>
          <p:cNvSpPr/>
          <p:nvPr/>
        </p:nvSpPr>
        <p:spPr>
          <a:xfrm>
            <a:off x="1330463" y="4408023"/>
            <a:ext cx="4792801" cy="519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C80D2E-1FC3-0F2D-0AAA-595EED7613D0}"/>
              </a:ext>
            </a:extLst>
          </p:cNvPr>
          <p:cNvCxnSpPr>
            <a:cxnSpLocks/>
            <a:stCxn id="26" idx="1"/>
            <a:endCxn id="9" idx="6"/>
          </p:cNvCxnSpPr>
          <p:nvPr/>
        </p:nvCxnSpPr>
        <p:spPr>
          <a:xfrm flipH="1">
            <a:off x="6123264" y="3911676"/>
            <a:ext cx="2558090" cy="756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331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5CF8-1559-85FE-E22E-6113A759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CF2B-2944-17F4-1033-7B6E153A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0789D-C650-E0F6-FBF6-F267D7DE3643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missing delete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C25CF-6391-5AF5-3E56-FA566FE9DAE1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89246-0451-04D2-D221-F04B34232E54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BB24-5F9C-929F-CE3F-FF0F91A9AC81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399A24-A70D-BFBA-9EF8-8A7095FA72F3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54A7B6-BCA3-0700-112B-3E284876BEA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49EB03-0B25-487A-0756-F73DBF548F36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B8B5A6-CFB7-633E-804C-9D0EAA03C8B7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992298-53C0-72AB-7AC1-A1C1E0EDEEB5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5523EA-8885-639B-7324-95D20AD9D888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E4D456-A24B-DCB4-380C-1E5BAEF60E28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D9E7BF5B-3E07-E958-4567-42B315FB404C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947B3-2312-CA85-5DF5-6D3CE23B0D47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4F730-7F1D-BA2C-AB53-A898A242D819}"/>
              </a:ext>
            </a:extLst>
          </p:cNvPr>
          <p:cNvSpPr txBox="1"/>
          <p:nvPr/>
        </p:nvSpPr>
        <p:spPr>
          <a:xfrm>
            <a:off x="8681354" y="3311511"/>
            <a:ext cx="285734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Suppose as an example that you forget to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03BC0E-B8F8-1A11-6AE6-6B9428316AA8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5844209" y="3773176"/>
            <a:ext cx="2837145" cy="24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659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4E81-8499-DFC1-5E40-91C10B46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7F4C-47AD-41A4-363E-3FBD59AC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5B0C0-C7B4-DD2D-837E-A51DAD13E89C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// missing delete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5A7B7-D357-2914-D59A-1AB06031C628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25429-62BF-5785-212F-5BB80C9FBA49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8C723-0656-CA25-40A7-D38D9BAF9942}"/>
              </a:ext>
            </a:extLst>
          </p:cNvPr>
          <p:cNvSpPr txBox="1"/>
          <p:nvPr/>
        </p:nvSpPr>
        <p:spPr>
          <a:xfrm>
            <a:off x="3726864" y="5089293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1ABD9-4A54-36FD-5EE2-D47A2BA5B91B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82342-E56B-B089-B2D8-EEE991644C8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164804" y="5412459"/>
            <a:ext cx="37847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708592-0A1D-2C47-82ED-5CF1051EE477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462CF-1385-68A6-0811-46174DD54C5B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4E9493-C103-18CE-9239-DA5546EED0D4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10B1CB-BE27-726F-A8F4-2836B1FF7D96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842FB2-0A12-8DA7-A6D2-55E1026FED5B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ABA10BAE-A4F1-0692-2580-FD1AABC0F826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BA7F4-3F72-C71A-888A-AC1F0A43782C}"/>
              </a:ext>
            </a:extLst>
          </p:cNvPr>
          <p:cNvSpPr txBox="1"/>
          <p:nvPr/>
        </p:nvSpPr>
        <p:spPr>
          <a:xfrm>
            <a:off x="7998264" y="554392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6DD209-741B-5FA1-ABE9-4DE6BF571140}"/>
              </a:ext>
            </a:extLst>
          </p:cNvPr>
          <p:cNvSpPr txBox="1"/>
          <p:nvPr/>
        </p:nvSpPr>
        <p:spPr>
          <a:xfrm>
            <a:off x="7998264" y="3608043"/>
            <a:ext cx="285734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cs typeface="Consolas" panose="020B0609020204030204" pitchFamily="49" charset="0"/>
              </a:rPr>
              <a:t> is reached, the local variable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popped off the call stack.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37B560-A2D2-60FD-B70D-D382B7679976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1023730" y="4069708"/>
            <a:ext cx="6974534" cy="564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7A2226-DFED-8811-B0D7-9145015F8489}"/>
              </a:ext>
            </a:extLst>
          </p:cNvPr>
          <p:cNvGrpSpPr/>
          <p:nvPr/>
        </p:nvGrpSpPr>
        <p:grpSpPr>
          <a:xfrm>
            <a:off x="3411874" y="5183409"/>
            <a:ext cx="968352" cy="519687"/>
            <a:chOff x="9491870" y="2817315"/>
            <a:chExt cx="318052" cy="32799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E16B3E-02C9-5599-508E-4FAFB35B64E2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7E84462-1E2B-D5ED-1803-6CF4B4094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C8C0E5-2BC0-F6A7-F8A4-2E6509C4EEF8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4380226" y="4069708"/>
            <a:ext cx="3618038" cy="1169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26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304D-E89A-8502-6BAB-1F5940C2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1B38-4599-3092-44F9-0F50DA60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-162600"/>
            <a:ext cx="4588565" cy="1325563"/>
          </a:xfrm>
        </p:spPr>
        <p:txBody>
          <a:bodyPr/>
          <a:lstStyle/>
          <a:p>
            <a:r>
              <a:rPr lang="en-US" dirty="0"/>
              <a:t>Free Store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3D80A-ECF4-11D7-AB0E-96AF11D01C4E}"/>
              </a:ext>
            </a:extLst>
          </p:cNvPr>
          <p:cNvSpPr txBox="1"/>
          <p:nvPr/>
        </p:nvSpPr>
        <p:spPr>
          <a:xfrm>
            <a:off x="653305" y="996152"/>
            <a:ext cx="80361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void f()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double* p = new double(6.4);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&lt;&lt; *p; // 6.4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*p++; // 7.4</a:t>
            </a:r>
          </a:p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   // missing delete</a:t>
            </a:r>
            <a:b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226A9-7FC7-7830-7C23-14CF044F55A6}"/>
              </a:ext>
            </a:extLst>
          </p:cNvPr>
          <p:cNvSpPr/>
          <p:nvPr/>
        </p:nvSpPr>
        <p:spPr>
          <a:xfrm>
            <a:off x="2216426" y="4975281"/>
            <a:ext cx="3458817" cy="1214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CCCFEF-A377-C82F-3FF7-207938966775}"/>
              </a:ext>
            </a:extLst>
          </p:cNvPr>
          <p:cNvSpPr/>
          <p:nvPr/>
        </p:nvSpPr>
        <p:spPr>
          <a:xfrm>
            <a:off x="6692348" y="4966470"/>
            <a:ext cx="3458817" cy="1223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9B6B4-DEDD-D8E0-78F4-D6A5345FB11B}"/>
              </a:ext>
            </a:extLst>
          </p:cNvPr>
          <p:cNvSpPr txBox="1"/>
          <p:nvPr/>
        </p:nvSpPr>
        <p:spPr>
          <a:xfrm>
            <a:off x="7949511" y="508929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7.4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33F92-4DC8-09A5-D24A-56CABC594849}"/>
              </a:ext>
            </a:extLst>
          </p:cNvPr>
          <p:cNvSpPr txBox="1"/>
          <p:nvPr/>
        </p:nvSpPr>
        <p:spPr>
          <a:xfrm>
            <a:off x="2848894" y="6190254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E40A6-A747-7E40-82D2-C378BCF7576E}"/>
              </a:ext>
            </a:extLst>
          </p:cNvPr>
          <p:cNvSpPr txBox="1"/>
          <p:nvPr/>
        </p:nvSpPr>
        <p:spPr>
          <a:xfrm>
            <a:off x="7523599" y="6190254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076151-3D17-49DD-0A78-5B3CCD935579}"/>
              </a:ext>
            </a:extLst>
          </p:cNvPr>
          <p:cNvSpPr txBox="1"/>
          <p:nvPr/>
        </p:nvSpPr>
        <p:spPr>
          <a:xfrm>
            <a:off x="4721086" y="165155"/>
            <a:ext cx="216634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a local variable, and so is stored on the call stack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052E61-4094-039A-8FE6-83874FC30257}"/>
              </a:ext>
            </a:extLst>
          </p:cNvPr>
          <p:cNvCxnSpPr>
            <a:cxnSpLocks/>
          </p:cNvCxnSpPr>
          <p:nvPr/>
        </p:nvCxnSpPr>
        <p:spPr>
          <a:xfrm flipH="1">
            <a:off x="3706985" y="1088485"/>
            <a:ext cx="1014101" cy="1233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E3ED66-34C6-A4C0-E8D8-5B0C0DE70142}"/>
              </a:ext>
            </a:extLst>
          </p:cNvPr>
          <p:cNvSpPr txBox="1"/>
          <p:nvPr/>
        </p:nvSpPr>
        <p:spPr>
          <a:xfrm>
            <a:off x="7424239" y="582734"/>
            <a:ext cx="22528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address returned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always points to memory on the free store</a:t>
            </a:r>
            <a:endParaRPr lang="en-US" dirty="0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1B46852-AADB-3D14-5EDE-0DB0CDA94F02}"/>
              </a:ext>
            </a:extLst>
          </p:cNvPr>
          <p:cNvSpPr/>
          <p:nvPr/>
        </p:nvSpPr>
        <p:spPr>
          <a:xfrm rot="5400000">
            <a:off x="6153887" y="226362"/>
            <a:ext cx="374553" cy="3637722"/>
          </a:xfrm>
          <a:prstGeom prst="leftBrace">
            <a:avLst>
              <a:gd name="adj1" fmla="val 8333"/>
              <a:gd name="adj2" fmla="val 131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CEBBFE-48FD-A087-22D8-B56903B522FE}"/>
              </a:ext>
            </a:extLst>
          </p:cNvPr>
          <p:cNvSpPr txBox="1"/>
          <p:nvPr/>
        </p:nvSpPr>
        <p:spPr>
          <a:xfrm>
            <a:off x="7998264" y="3608043"/>
            <a:ext cx="285734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Now this memory location is no longer accessible (since p is gone). This is called a </a:t>
            </a:r>
            <a:r>
              <a:rPr lang="en-US" b="1" dirty="0">
                <a:cs typeface="Consolas" panose="020B0609020204030204" pitchFamily="49" charset="0"/>
              </a:rPr>
              <a:t>memory leak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95EEFB-228B-8F87-B2A3-9C41479AF767}"/>
              </a:ext>
            </a:extLst>
          </p:cNvPr>
          <p:cNvCxnSpPr>
            <a:cxnSpLocks/>
          </p:cNvCxnSpPr>
          <p:nvPr/>
        </p:nvCxnSpPr>
        <p:spPr>
          <a:xfrm>
            <a:off x="8279296" y="4808372"/>
            <a:ext cx="0" cy="41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504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8F044-59BB-159B-5585-EBA6926F6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702D8-B38A-CCAC-5434-D1B3EA624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127628" cy="823912"/>
          </a:xfrm>
        </p:spPr>
        <p:txBody>
          <a:bodyPr/>
          <a:lstStyle/>
          <a:p>
            <a:pPr algn="ctr"/>
            <a:r>
              <a:rPr lang="en-US" dirty="0"/>
              <a:t>Dangling 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BBE68-EB48-3FA8-5600-9B2CD0BC5A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points to is de-allocated before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de-allocated.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93DCF-4F0F-023F-186D-B75A77705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677032" cy="823912"/>
          </a:xfrm>
        </p:spPr>
        <p:txBody>
          <a:bodyPr/>
          <a:lstStyle/>
          <a:p>
            <a:pPr algn="ctr"/>
            <a:r>
              <a:rPr lang="en-US" dirty="0"/>
              <a:t>Memory Leak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581C3-0EA2-A1F7-A259-06A0F61E4D5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de-allocated without de-allocating the value it points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C1099-2C08-E00D-2D29-39B3F9E60EC9}"/>
              </a:ext>
            </a:extLst>
          </p:cNvPr>
          <p:cNvSpPr txBox="1"/>
          <p:nvPr/>
        </p:nvSpPr>
        <p:spPr>
          <a:xfrm>
            <a:off x="836612" y="4215227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74488-B0B3-D22A-5820-19614FA6945F}"/>
              </a:ext>
            </a:extLst>
          </p:cNvPr>
          <p:cNvSpPr txBox="1"/>
          <p:nvPr/>
        </p:nvSpPr>
        <p:spPr>
          <a:xfrm>
            <a:off x="3434039" y="4262093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0E4E63-BE12-FD10-F3AB-99FDB73AF82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09818" y="4569170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936908-7A68-009D-2489-D5C6FC882900}"/>
              </a:ext>
            </a:extLst>
          </p:cNvPr>
          <p:cNvGrpSpPr/>
          <p:nvPr/>
        </p:nvGrpSpPr>
        <p:grpSpPr>
          <a:xfrm>
            <a:off x="3434039" y="4356192"/>
            <a:ext cx="968352" cy="519687"/>
            <a:chOff x="9491870" y="2817315"/>
            <a:chExt cx="318052" cy="327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B474D9-3AD8-70C6-877C-E74072DB9118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ED29DAD-7C45-81A7-D522-5EF47C1E6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656E808-0807-D354-D177-920A7565CDC1}"/>
              </a:ext>
            </a:extLst>
          </p:cNvPr>
          <p:cNvSpPr txBox="1"/>
          <p:nvPr/>
        </p:nvSpPr>
        <p:spPr>
          <a:xfrm>
            <a:off x="6741830" y="4058045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7C6F4-2EB9-30AD-6FA6-931B9C4AEB58}"/>
              </a:ext>
            </a:extLst>
          </p:cNvPr>
          <p:cNvSpPr txBox="1"/>
          <p:nvPr/>
        </p:nvSpPr>
        <p:spPr>
          <a:xfrm>
            <a:off x="9339257" y="4104911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17FF41-12A5-E674-639D-D009936E3CF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215036" y="4411988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C5B0EF-FCC1-1DC6-544A-9F7008337CCC}"/>
              </a:ext>
            </a:extLst>
          </p:cNvPr>
          <p:cNvGrpSpPr/>
          <p:nvPr/>
        </p:nvGrpSpPr>
        <p:grpSpPr>
          <a:xfrm>
            <a:off x="6526612" y="4184251"/>
            <a:ext cx="968352" cy="519687"/>
            <a:chOff x="9491870" y="2817315"/>
            <a:chExt cx="318052" cy="32799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7C78F65-BB70-1BD9-31EF-45F82E213248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E6BB41-9F11-A014-2B2E-52CB5C37A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D53512F-702E-0043-C4C6-02EC23A6CA6B}"/>
              </a:ext>
            </a:extLst>
          </p:cNvPr>
          <p:cNvSpPr txBox="1"/>
          <p:nvPr/>
        </p:nvSpPr>
        <p:spPr>
          <a:xfrm>
            <a:off x="1232133" y="5201027"/>
            <a:ext cx="2665420" cy="1200329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Dangling pointers often crash your program since calling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causes undefined </a:t>
            </a:r>
            <a:r>
              <a:rPr lang="en-US" dirty="0" err="1">
                <a:cs typeface="Consolas" panose="020B0609020204030204" pitchFamily="49" charset="0"/>
              </a:rPr>
              <a:t>behaviour</a:t>
            </a:r>
            <a:r>
              <a:rPr lang="en-US" dirty="0">
                <a:cs typeface="Consolas" panose="020B0609020204030204" pitchFamily="49" charset="0"/>
              </a:rPr>
              <a:t>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1F0D7F-D212-E122-FD94-ED5EAFAD581D}"/>
              </a:ext>
            </a:extLst>
          </p:cNvPr>
          <p:cNvSpPr txBox="1"/>
          <p:nvPr/>
        </p:nvSpPr>
        <p:spPr>
          <a:xfrm>
            <a:off x="6990126" y="5093335"/>
            <a:ext cx="3207752" cy="1477328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Memory leaks eventually use up memory. At first they may not cause any problem, but over time all your computer memory gets used 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50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1DD2-CCB2-984E-7584-5E3C4920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5C58-8127-2E00-A26E-05BFD5B6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F26B5-F67D-A29C-626D-9AC2C965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127628" cy="823912"/>
          </a:xfrm>
        </p:spPr>
        <p:txBody>
          <a:bodyPr/>
          <a:lstStyle/>
          <a:p>
            <a:pPr algn="ctr"/>
            <a:r>
              <a:rPr lang="en-US" dirty="0"/>
              <a:t>Dangling 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2A5C1-30A5-68AA-BC28-0EF779A264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points to is de-allocated before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de-allocated.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91788-306D-A4F3-DFB2-41E97B414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677032" cy="823912"/>
          </a:xfrm>
        </p:spPr>
        <p:txBody>
          <a:bodyPr/>
          <a:lstStyle/>
          <a:p>
            <a:pPr algn="ctr"/>
            <a:r>
              <a:rPr lang="en-US" dirty="0"/>
              <a:t>Memory Leak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1EF74-1B35-2190-6433-C98669343C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/>
              <a:t> is de-allocated without de-allocating the value it points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2CED8-CC97-98B8-1141-34FA794389AF}"/>
              </a:ext>
            </a:extLst>
          </p:cNvPr>
          <p:cNvSpPr txBox="1"/>
          <p:nvPr/>
        </p:nvSpPr>
        <p:spPr>
          <a:xfrm>
            <a:off x="836612" y="4215227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22E0C-3217-0CE7-F474-23324F33599E}"/>
              </a:ext>
            </a:extLst>
          </p:cNvPr>
          <p:cNvSpPr txBox="1"/>
          <p:nvPr/>
        </p:nvSpPr>
        <p:spPr>
          <a:xfrm>
            <a:off x="3434039" y="4262093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DEB3D7-3C7C-B4EA-BD94-C9487DDE2F0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309818" y="4569170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E0AFAF-7D86-F202-2264-E2943231EBE6}"/>
              </a:ext>
            </a:extLst>
          </p:cNvPr>
          <p:cNvGrpSpPr/>
          <p:nvPr/>
        </p:nvGrpSpPr>
        <p:grpSpPr>
          <a:xfrm>
            <a:off x="3434039" y="4356192"/>
            <a:ext cx="968352" cy="519687"/>
            <a:chOff x="9491870" y="2817315"/>
            <a:chExt cx="318052" cy="32799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D363D0-003D-7E35-D513-6A8B4A440893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1ADF984-3BF9-7FA5-D5A1-6945EFBB6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0340929-5792-4270-A247-447285969DED}"/>
              </a:ext>
            </a:extLst>
          </p:cNvPr>
          <p:cNvSpPr txBox="1"/>
          <p:nvPr/>
        </p:nvSpPr>
        <p:spPr>
          <a:xfrm>
            <a:off x="6741830" y="4058045"/>
            <a:ext cx="473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E25250-7C9B-8758-DA51-BAE9EF7A1B9C}"/>
              </a:ext>
            </a:extLst>
          </p:cNvPr>
          <p:cNvSpPr txBox="1"/>
          <p:nvPr/>
        </p:nvSpPr>
        <p:spPr>
          <a:xfrm>
            <a:off x="9339257" y="4104911"/>
            <a:ext cx="878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7.4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E22CD6-C50A-7CFC-17E8-8452B065A85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215036" y="4411988"/>
            <a:ext cx="2124221" cy="4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F00425-F4A1-0D5A-02EC-BB8D34C31359}"/>
              </a:ext>
            </a:extLst>
          </p:cNvPr>
          <p:cNvGrpSpPr/>
          <p:nvPr/>
        </p:nvGrpSpPr>
        <p:grpSpPr>
          <a:xfrm>
            <a:off x="6526612" y="4184251"/>
            <a:ext cx="968352" cy="519687"/>
            <a:chOff x="9491870" y="2817315"/>
            <a:chExt cx="318052" cy="32799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7A2C1F-64A7-0413-828A-AC03A4C79D08}"/>
                </a:ext>
              </a:extLst>
            </p:cNvPr>
            <p:cNvCxnSpPr>
              <a:cxnSpLocks/>
            </p:cNvCxnSpPr>
            <p:nvPr/>
          </p:nvCxnSpPr>
          <p:spPr>
            <a:xfrm>
              <a:off x="9491870" y="2852530"/>
              <a:ext cx="318052" cy="2584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B611F4-93BB-5D1A-1D73-2BB3828DD5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8024" y="2817315"/>
              <a:ext cx="232171" cy="32799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1E118C3-1EB0-20BF-F23F-CC225D7AB205}"/>
              </a:ext>
            </a:extLst>
          </p:cNvPr>
          <p:cNvSpPr txBox="1"/>
          <p:nvPr/>
        </p:nvSpPr>
        <p:spPr>
          <a:xfrm>
            <a:off x="4402390" y="5410522"/>
            <a:ext cx="2941173" cy="923330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In C/C++, tools like </a:t>
            </a:r>
            <a:r>
              <a:rPr lang="en-US" b="1" dirty="0" err="1">
                <a:cs typeface="Consolas" panose="020B0609020204030204" pitchFamily="49" charset="0"/>
              </a:rPr>
              <a:t>valgrind</a:t>
            </a:r>
            <a:r>
              <a:rPr lang="en-US" dirty="0">
                <a:cs typeface="Consolas" panose="020B0609020204030204" pitchFamily="49" charset="0"/>
              </a:rPr>
              <a:t> are often used to check for these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813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E8206-55DA-722A-67CE-EFAA6BDB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0C16-13F9-D81D-6F7A-AC62CED4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9CC03-BF2E-020E-D447-3A61B1E62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72690" y="1551954"/>
            <a:ext cx="4677032" cy="823912"/>
          </a:xfrm>
        </p:spPr>
        <p:txBody>
          <a:bodyPr/>
          <a:lstStyle/>
          <a:p>
            <a:pPr algn="ctr"/>
            <a:r>
              <a:rPr lang="en-US" dirty="0"/>
              <a:t>Memory Leak</a:t>
            </a: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FD0CA4E-5996-F9E6-4E0D-32B989802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722" y="957358"/>
            <a:ext cx="5009487" cy="580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C7CFA38-2FE2-5EB9-DAF1-300FE883A066}"/>
              </a:ext>
            </a:extLst>
          </p:cNvPr>
          <p:cNvSpPr txBox="1"/>
          <p:nvPr/>
        </p:nvSpPr>
        <p:spPr>
          <a:xfrm>
            <a:off x="2686482" y="2690336"/>
            <a:ext cx="3207752" cy="1477328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Memory leaks eventually use up memory. At first they may not cause any problem, but over time all your computer memory gets used 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36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4D0D-DDA8-E499-AEBE-110CDEC9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EB01-7E18-0A88-CADC-70985DEE4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C/C++, an array is a contiguous sequence of data that’s all the same type.</a:t>
            </a:r>
          </a:p>
          <a:p>
            <a:r>
              <a:rPr lang="en-US" dirty="0"/>
              <a:t>You manage it by keeping track of a pointer to the first value in the array.</a:t>
            </a:r>
          </a:p>
          <a:p>
            <a:r>
              <a:rPr lang="en-US" b="1" dirty="0"/>
              <a:t>Arrays do not know their own length! </a:t>
            </a:r>
            <a:r>
              <a:rPr lang="en-US" dirty="0"/>
              <a:t>It is up to the programmer to somehow remember their length, e.g. in another variable.</a:t>
            </a:r>
          </a:p>
          <a:p>
            <a:r>
              <a:rPr lang="en-US" dirty="0"/>
              <a:t>C-style strings are arrays of characters that end with the special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  <a:r>
              <a:rPr lang="en-US" dirty="0"/>
              <a:t> character</a:t>
            </a:r>
          </a:p>
          <a:p>
            <a:pPr lvl="1"/>
            <a:r>
              <a:rPr lang="en-US" dirty="0"/>
              <a:t>And they don’t know their own length: you must count characters until your hit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\0</a:t>
            </a:r>
          </a:p>
        </p:txBody>
      </p:sp>
    </p:spTree>
    <p:extLst>
      <p:ext uri="{BB962C8B-B14F-4D97-AF65-F5344CB8AC3E}">
        <p14:creationId xmlns:p14="http://schemas.microsoft.com/office/powerpoint/2010/main" val="41922806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EA70-BCE7-8D44-DA1F-093C3D2A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1758F-82C6-FAFB-5887-422F793F2878}"/>
              </a:ext>
            </a:extLst>
          </p:cNvPr>
          <p:cNvSpPr txBox="1"/>
          <p:nvPr/>
        </p:nvSpPr>
        <p:spPr>
          <a:xfrm>
            <a:off x="387627" y="1292087"/>
            <a:ext cx="54521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7E4F48D-093F-2E92-18E9-F88BCA779094}"/>
              </a:ext>
            </a:extLst>
          </p:cNvPr>
          <p:cNvGrpSpPr/>
          <p:nvPr/>
        </p:nvGrpSpPr>
        <p:grpSpPr>
          <a:xfrm>
            <a:off x="7650983" y="1292087"/>
            <a:ext cx="3746886" cy="908384"/>
            <a:chOff x="7323795" y="1953363"/>
            <a:chExt cx="3746886" cy="9083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DB4DB5B-D76E-3934-C79B-78299858BD26}"/>
                </a:ext>
              </a:extLst>
            </p:cNvPr>
            <p:cNvGrpSpPr/>
            <p:nvPr/>
          </p:nvGrpSpPr>
          <p:grpSpPr>
            <a:xfrm>
              <a:off x="7323795" y="1953363"/>
              <a:ext cx="745332" cy="908384"/>
              <a:chOff x="7323795" y="1953363"/>
              <a:chExt cx="745332" cy="90838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620A82-0012-2A90-F8A8-52B596F37915}"/>
                  </a:ext>
                </a:extLst>
              </p:cNvPr>
              <p:cNvSpPr txBox="1"/>
              <p:nvPr/>
            </p:nvSpPr>
            <p:spPr>
              <a:xfrm>
                <a:off x="7323795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7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F65836-FA85-11AC-A987-1EA1C5B7C716}"/>
                  </a:ext>
                </a:extLst>
              </p:cNvPr>
              <p:cNvSpPr txBox="1"/>
              <p:nvPr/>
            </p:nvSpPr>
            <p:spPr>
              <a:xfrm>
                <a:off x="7323796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F961881-6ED6-7B65-CC29-B00758AAFA1A}"/>
                  </a:ext>
                </a:extLst>
              </p:cNvPr>
              <p:cNvSpPr/>
              <p:nvPr/>
            </p:nvSpPr>
            <p:spPr>
              <a:xfrm>
                <a:off x="7323797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7A85157-A541-B97F-48AD-7580F3593244}"/>
                </a:ext>
              </a:extLst>
            </p:cNvPr>
            <p:cNvGrpSpPr/>
            <p:nvPr/>
          </p:nvGrpSpPr>
          <p:grpSpPr>
            <a:xfrm>
              <a:off x="8074184" y="1953363"/>
              <a:ext cx="745332" cy="908384"/>
              <a:chOff x="8074184" y="1953363"/>
              <a:chExt cx="745332" cy="90838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762FF1-BC5F-855A-A9F5-E3B09C0ABD9B}"/>
                  </a:ext>
                </a:extLst>
              </p:cNvPr>
              <p:cNvSpPr txBox="1"/>
              <p:nvPr/>
            </p:nvSpPr>
            <p:spPr>
              <a:xfrm>
                <a:off x="8074184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24C89-6E76-A3C2-A660-82E4ACABE894}"/>
                  </a:ext>
                </a:extLst>
              </p:cNvPr>
              <p:cNvSpPr txBox="1"/>
              <p:nvPr/>
            </p:nvSpPr>
            <p:spPr>
              <a:xfrm>
                <a:off x="8074185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B3CBE5C-F3CA-87EF-6CCA-134B2B098ABA}"/>
                  </a:ext>
                </a:extLst>
              </p:cNvPr>
              <p:cNvSpPr/>
              <p:nvPr/>
            </p:nvSpPr>
            <p:spPr>
              <a:xfrm>
                <a:off x="8074186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8CEB773-68E7-087C-7598-20AA429525AD}"/>
                </a:ext>
              </a:extLst>
            </p:cNvPr>
            <p:cNvGrpSpPr/>
            <p:nvPr/>
          </p:nvGrpSpPr>
          <p:grpSpPr>
            <a:xfrm>
              <a:off x="8824572" y="1953363"/>
              <a:ext cx="745332" cy="908384"/>
              <a:chOff x="8824572" y="1953363"/>
              <a:chExt cx="745332" cy="908384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B082F6-F15E-F511-BA24-635BF9501155}"/>
                  </a:ext>
                </a:extLst>
              </p:cNvPr>
              <p:cNvSpPr txBox="1"/>
              <p:nvPr/>
            </p:nvSpPr>
            <p:spPr>
              <a:xfrm>
                <a:off x="8824572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AAE3A-6290-78B1-10F2-FC06A5A17ADF}"/>
                  </a:ext>
                </a:extLst>
              </p:cNvPr>
              <p:cNvSpPr txBox="1"/>
              <p:nvPr/>
            </p:nvSpPr>
            <p:spPr>
              <a:xfrm>
                <a:off x="8824573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DDC760D-AF2D-C62C-3EC3-B1969A414F7D}"/>
                  </a:ext>
                </a:extLst>
              </p:cNvPr>
              <p:cNvSpPr/>
              <p:nvPr/>
            </p:nvSpPr>
            <p:spPr>
              <a:xfrm>
                <a:off x="8824574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B25E5A8-8488-5B0A-A7FC-40038CCA3DF0}"/>
                </a:ext>
              </a:extLst>
            </p:cNvPr>
            <p:cNvGrpSpPr/>
            <p:nvPr/>
          </p:nvGrpSpPr>
          <p:grpSpPr>
            <a:xfrm>
              <a:off x="9574960" y="1953363"/>
              <a:ext cx="745332" cy="908384"/>
              <a:chOff x="9574960" y="1953363"/>
              <a:chExt cx="745332" cy="90838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B3E7EB-7AF2-F5C4-EB2B-5A5ACB2B6501}"/>
                  </a:ext>
                </a:extLst>
              </p:cNvPr>
              <p:cNvSpPr txBox="1"/>
              <p:nvPr/>
            </p:nvSpPr>
            <p:spPr>
              <a:xfrm>
                <a:off x="9574960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1B9CAC-5073-2C94-B724-FF4C7FCD1B39}"/>
                  </a:ext>
                </a:extLst>
              </p:cNvPr>
              <p:cNvSpPr txBox="1"/>
              <p:nvPr/>
            </p:nvSpPr>
            <p:spPr>
              <a:xfrm>
                <a:off x="9574961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3C88F03-62D1-2FFE-77A4-5D02E0EF40EE}"/>
                  </a:ext>
                </a:extLst>
              </p:cNvPr>
              <p:cNvSpPr/>
              <p:nvPr/>
            </p:nvSpPr>
            <p:spPr>
              <a:xfrm>
                <a:off x="9574962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CA94036-4583-FB79-1B7B-3B8BBDC82660}"/>
                </a:ext>
              </a:extLst>
            </p:cNvPr>
            <p:cNvGrpSpPr/>
            <p:nvPr/>
          </p:nvGrpSpPr>
          <p:grpSpPr>
            <a:xfrm>
              <a:off x="10325349" y="1953363"/>
              <a:ext cx="745332" cy="908384"/>
              <a:chOff x="10325349" y="1953363"/>
              <a:chExt cx="745332" cy="908384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2681AF-C6DC-C4F4-DD4E-2EEB254C288C}"/>
                  </a:ext>
                </a:extLst>
              </p:cNvPr>
              <p:cNvSpPr txBox="1"/>
              <p:nvPr/>
            </p:nvSpPr>
            <p:spPr>
              <a:xfrm>
                <a:off x="10325349" y="2379268"/>
                <a:ext cx="7328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AAC493F-F43F-AA68-B2AD-6A06EB0F5055}"/>
                  </a:ext>
                </a:extLst>
              </p:cNvPr>
              <p:cNvSpPr/>
              <p:nvPr/>
            </p:nvSpPr>
            <p:spPr>
              <a:xfrm>
                <a:off x="10325351" y="2266122"/>
                <a:ext cx="732892" cy="59562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A6B7BF-909D-FE7B-2379-5307ABDDC021}"/>
                  </a:ext>
                </a:extLst>
              </p:cNvPr>
              <p:cNvSpPr txBox="1"/>
              <p:nvPr/>
            </p:nvSpPr>
            <p:spPr>
              <a:xfrm>
                <a:off x="10325350" y="1953363"/>
                <a:ext cx="7453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4</a:t>
                </a:r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1B2BA76-6544-E389-804D-5E456F0FD023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DA28BF-F3A4-7C4F-5A47-DB7461EACDDF}"/>
              </a:ext>
            </a:extLst>
          </p:cNvPr>
          <p:cNvSpPr txBox="1"/>
          <p:nvPr/>
        </p:nvSpPr>
        <p:spPr>
          <a:xfrm>
            <a:off x="5108481" y="2662136"/>
            <a:ext cx="248751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is a pointer of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int*</a:t>
            </a:r>
            <a:r>
              <a:rPr lang="en-US" dirty="0">
                <a:cs typeface="Consolas" panose="020B0609020204030204" pitchFamily="49" charset="0"/>
              </a:rPr>
              <a:t> that points to the first value of the array</a:t>
            </a:r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2849DD3-1657-F240-DBB3-A0770597BE20}"/>
              </a:ext>
            </a:extLst>
          </p:cNvPr>
          <p:cNvSpPr/>
          <p:nvPr/>
        </p:nvSpPr>
        <p:spPr>
          <a:xfrm>
            <a:off x="1738586" y="1689689"/>
            <a:ext cx="732765" cy="4824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0BA624-1A66-AD54-7B22-4124D56B432C}"/>
              </a:ext>
            </a:extLst>
          </p:cNvPr>
          <p:cNvSpPr txBox="1"/>
          <p:nvPr/>
        </p:nvSpPr>
        <p:spPr>
          <a:xfrm>
            <a:off x="1116496" y="2662136"/>
            <a:ext cx="189855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  <a:r>
              <a:rPr lang="en-US" dirty="0">
                <a:cs typeface="Consolas" panose="020B0609020204030204" pitchFamily="49" charset="0"/>
              </a:rPr>
              <a:t> brackets indicate that this is an array.</a:t>
            </a:r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56282BB-B3CC-79E5-33A9-CEC311D0BDCD}"/>
              </a:ext>
            </a:extLst>
          </p:cNvPr>
          <p:cNvCxnSpPr>
            <a:cxnSpLocks/>
            <a:stCxn id="51" idx="0"/>
            <a:endCxn id="50" idx="4"/>
          </p:cNvCxnSpPr>
          <p:nvPr/>
        </p:nvCxnSpPr>
        <p:spPr>
          <a:xfrm flipV="1">
            <a:off x="2065773" y="2172168"/>
            <a:ext cx="39196" cy="48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9D1C151-C367-4839-043D-2F320A7B13C6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E1A70CB-A4DD-8887-7C99-E5634F0615FC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645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9716-7D75-B3CE-0075-2C842E55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81A1-CB64-2F59-87F5-E7912225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810EE-B88B-B7C3-F75E-8DE86794F635}"/>
              </a:ext>
            </a:extLst>
          </p:cNvPr>
          <p:cNvSpPr txBox="1"/>
          <p:nvPr/>
        </p:nvSpPr>
        <p:spPr>
          <a:xfrm>
            <a:off x="387627" y="1292087"/>
            <a:ext cx="545213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a[0];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a[1];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a[2];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a[3];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a[4];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a[-1]; // error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a[5];  // error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305CD8-577C-57C8-4482-388896CD41FA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ABB0B0-D400-F9CA-60A0-CFC9AAF9722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3DFD9F-E479-ED54-418E-AFBF7859B61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08B64B-BCF3-7C16-E0C9-895A857FB8E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DB98F2-F602-124F-91DE-3E9FEA22A1F1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F0B0379-C25B-0B36-12F7-6555509F771C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375F38-5681-8096-C49F-31BA9872DDE4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0C14EB-FCBA-E0B2-17CA-96B2DEF767A2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CA5870B-4519-2EFA-2AFB-5D1C52FF1F0A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8518EC-F3DD-9AA7-3026-D0BC3880A642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DCE7CC-3956-D592-7B02-80EFFBBA1AB4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8AC976-332D-728D-D731-ECAF017C083F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9E8FC2-5286-4241-D9F3-D0579920ED14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BAB05E-09DB-9AB7-6743-FF289A88C680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21DFE2-ABD0-8FF0-0748-1660A14D93E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6FAEC2-C7F6-8D3A-A02E-C2D04A8CBA31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8B4BEA2-3AFD-D438-7A5D-1947EA3B478F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C86E99-495F-7DF2-12AC-A70EAC9C0616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919A3DA-6AE1-CECD-4566-5EA5CA0BF342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39A9A3-39A2-7C69-0A9D-575720DAB301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2D04943-2718-AB42-ABC1-A21B414A1217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CD8006-5934-C9B2-F652-DA1B513B2F73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E44D16-CEF3-E608-B68C-124E69B49CB9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A1F2E1-E929-C795-6ED9-CC17ACD29AD5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BC651F-40AC-2846-BDA3-88DDD346AAF3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B68AE9-070E-4CD4-D1BF-8542A124DCE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DA584B-A520-AC3E-CC7E-7D120B067A3E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20139D-9AA9-3262-6CF4-8FC9CB0E8399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D08064B-3B1B-63C5-A467-4EC00060FB77}"/>
              </a:ext>
            </a:extLst>
          </p:cNvPr>
          <p:cNvSpPr txBox="1"/>
          <p:nvPr/>
        </p:nvSpPr>
        <p:spPr>
          <a:xfrm>
            <a:off x="3069269" y="5565913"/>
            <a:ext cx="261019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index value must be greater than or equal to 0, and less than 5 (the size of the array).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BAC48D-6732-3A7A-1285-D3068456B4F2}"/>
              </a:ext>
            </a:extLst>
          </p:cNvPr>
          <p:cNvSpPr/>
          <p:nvPr/>
        </p:nvSpPr>
        <p:spPr>
          <a:xfrm>
            <a:off x="2365513" y="4522768"/>
            <a:ext cx="1103244" cy="10431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2EB2CB-13AC-1D56-5E32-794222DA2331}"/>
              </a:ext>
            </a:extLst>
          </p:cNvPr>
          <p:cNvSpPr txBox="1"/>
          <p:nvPr/>
        </p:nvSpPr>
        <p:spPr>
          <a:xfrm>
            <a:off x="6054813" y="5565913"/>
            <a:ext cx="280325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  <a:r>
              <a:rPr lang="en-US" dirty="0">
                <a:cs typeface="Consolas" panose="020B0609020204030204" pitchFamily="49" charset="0"/>
              </a:rPr>
              <a:t>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  <a:r>
              <a:rPr lang="en-US" dirty="0">
                <a:cs typeface="Consolas" panose="020B0609020204030204" pitchFamily="49" charset="0"/>
              </a:rPr>
              <a:t> (or any out of bounds access) can cause random behavior, even crashing the program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D7CDDC-AC51-8E6F-BC37-E03889DFDB49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C77D549-EC5A-9AA9-D7C0-1A543F7BBD1B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9C5CF1-E8CE-8543-F68C-CBF6A8DDB63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F66FD3-4E19-CCA8-8ED3-F00C66FA62C1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BDD646C-E52A-0749-D900-BF2300EC4EA3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24D5746-7D22-3016-1EAC-E513015FBE7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28607CB-A654-9317-126C-DA0A305C088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7E7175F-F538-9054-9F80-44EFB074291A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CB7F44DD-5A5F-9EB3-F178-60AF22CE3AD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109CBE-829A-3857-8875-79E2992158F7}"/>
              </a:ext>
            </a:extLst>
          </p:cNvPr>
          <p:cNvSpPr txBox="1"/>
          <p:nvPr/>
        </p:nvSpPr>
        <p:spPr>
          <a:xfrm>
            <a:off x="9233412" y="5565913"/>
            <a:ext cx="280325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C++ does </a:t>
            </a:r>
            <a:r>
              <a:rPr lang="en-US" b="1" dirty="0">
                <a:cs typeface="Consolas" panose="020B0609020204030204" pitchFamily="49" charset="0"/>
              </a:rPr>
              <a:t>not</a:t>
            </a:r>
            <a:r>
              <a:rPr lang="en-US" dirty="0">
                <a:cs typeface="Consolas" panose="020B0609020204030204" pitchFamily="49" charset="0"/>
              </a:rPr>
              <a:t> check if array index values are in bounds! This is a big source of errors!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FCBE45-D5F9-257C-235C-481F9C2239FF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</p:spTree>
    <p:extLst>
      <p:ext uri="{BB962C8B-B14F-4D97-AF65-F5344CB8AC3E}">
        <p14:creationId xmlns:p14="http://schemas.microsoft.com/office/powerpoint/2010/main" val="724494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F7E5-1DDF-D7C6-5441-5102285F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BA9E-99D0-3617-D557-99192FBC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7B365-2F7E-6F5C-EA62-E184D78DC4A2}"/>
              </a:ext>
            </a:extLst>
          </p:cNvPr>
          <p:cNvSpPr txBox="1"/>
          <p:nvPr/>
        </p:nvSpPr>
        <p:spPr>
          <a:xfrm>
            <a:off x="387627" y="1292087"/>
            <a:ext cx="562205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a[0];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a[1];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a[2];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a[3];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a[4];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5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D11F35-3FBE-6F56-6917-27B5D743C460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9E98B8-3ECA-CC01-7F68-49EBFA1EFD6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9890F2-52E8-706F-AA41-1486F4155A1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A3772E-6833-9328-5174-A3AAB2DFFA43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F5E05D-F6B9-6CBE-9E1D-7DCEDA774929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CF7062-FCBF-B267-B0F8-DB159BB61124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7F2F2B-37F2-7D92-9871-30DE4F12BEEF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30DB62-1290-A625-211A-FA0962D564E7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DB5B551-A65D-CFDB-1DD3-7B69007D399D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61FF93-4DC9-0098-712E-7680239062C3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D973B9-6E7D-FD7F-3081-8FECBB40F40B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D95B66-C818-D039-30B3-44BE9A6D7B57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B991BD-D9C0-A846-0EF5-0F4459D08628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7EBE99-9AC0-4112-7DFD-25DCA4B6EA6A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947B5B-903C-D63D-6F40-0A3268652261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8DBE3D-3A1B-AC7E-C6F6-A8A42A2F61DA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3812256-2E86-A7C9-DEC9-0BDD0B932F72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735F75-C4D5-C9C6-E336-82DBF1C170B8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AEBA90-42E0-190D-8D49-88181FB75C74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553141-DD0C-7361-9BD5-C438682DDE1E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5932614-5761-1F7A-5411-402043AA5F28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33CDD2-EB9E-24E9-E1DE-610787BBBF9F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CB658F-896B-203E-EE6E-7179398E95ED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7C55EE-7962-F177-609B-8D17D7CFECFF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8644B2-872C-EAAE-1BA5-2EC1CFA5FA34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E162F9-2AB8-3941-6F7B-D51C7C2BC746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4362A0-FC7F-339C-5928-CB8A2A7BD080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553BB0-FDDC-3B08-1F14-5D7F96D43FA2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B48A76-2EA3-1806-3425-AE9B0940B674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2465CD3-0006-49FC-2009-2FAEB26BC19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8FF5D76-3126-973B-7E06-43A73B4B4D7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2950AE-6EB8-8601-E587-0335CD9D3F0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D80A9DD-9EE1-6FD2-833D-7FFE0668BBCB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E287667-FED0-473B-C579-3257C1C34574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D9B11A5-E080-F7BD-6B93-8D411FBB1F6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A171EAB-E56B-D0AF-A54C-CBED3CC8D2B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7E9E419-467B-B709-F037-E559C89FC60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09FC10E-0AB3-DFEF-2D0F-3C71636113CD}"/>
              </a:ext>
            </a:extLst>
          </p:cNvPr>
          <p:cNvSpPr/>
          <p:nvPr/>
        </p:nvSpPr>
        <p:spPr>
          <a:xfrm>
            <a:off x="4621696" y="2539025"/>
            <a:ext cx="268356" cy="171492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AD655A4-DE8A-C55E-4919-5DC1E4A5305F}"/>
              </a:ext>
            </a:extLst>
          </p:cNvPr>
          <p:cNvSpPr/>
          <p:nvPr/>
        </p:nvSpPr>
        <p:spPr>
          <a:xfrm>
            <a:off x="5989801" y="4589046"/>
            <a:ext cx="268356" cy="10663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5B836-D205-5658-41CC-40B341081271}"/>
              </a:ext>
            </a:extLst>
          </p:cNvPr>
          <p:cNvSpPr txBox="1"/>
          <p:nvPr/>
        </p:nvSpPr>
        <p:spPr>
          <a:xfrm>
            <a:off x="6009678" y="3176559"/>
            <a:ext cx="278645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These two fragments of code print the same thing.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E4BA70-9CB4-31F5-7965-4AAC40D81EE2}"/>
              </a:ext>
            </a:extLst>
          </p:cNvPr>
          <p:cNvCxnSpPr>
            <a:cxnSpLocks/>
            <a:stCxn id="10" idx="1"/>
            <a:endCxn id="3" idx="1"/>
          </p:cNvCxnSpPr>
          <p:nvPr/>
        </p:nvCxnSpPr>
        <p:spPr>
          <a:xfrm flipH="1" flipV="1">
            <a:off x="4890052" y="3396487"/>
            <a:ext cx="1119626" cy="103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E55179-2D7C-2ED3-8207-C685905D4FB2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 flipH="1">
            <a:off x="6258157" y="3822890"/>
            <a:ext cx="1144747" cy="1299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37653C8-E006-1B90-5096-DB33F5DCB1A2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</p:spTree>
    <p:extLst>
      <p:ext uri="{BB962C8B-B14F-4D97-AF65-F5344CB8AC3E}">
        <p14:creationId xmlns:p14="http://schemas.microsoft.com/office/powerpoint/2010/main" val="24719618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089A-7B87-CE40-2973-33C11CC5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81144-B1C1-FEF1-31FC-488FECD3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5DEE2-97C1-2A80-71ED-3688A35C53FF}"/>
              </a:ext>
            </a:extLst>
          </p:cNvPr>
          <p:cNvSpPr txBox="1"/>
          <p:nvPr/>
        </p:nvSpPr>
        <p:spPr>
          <a:xfrm>
            <a:off x="387627" y="1292087"/>
            <a:ext cx="545213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+ 0);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+ 1);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+ 2);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+ 3);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+ 4);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450328-CCC8-03EC-B934-A87B58134CF1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795F3E-51CB-2C50-4A69-51D9BF6DEE7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A8DD90-F9B9-D6AF-F596-CA8A8D34947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87F5DD5-3782-F063-4CC2-86BF05E501DA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0321511-7001-EB5D-2CCA-DF017ECA318D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5A28D1-BD47-5BD8-8E0D-B362FCECA49B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E491EEF-D062-F2D9-C79A-C749630A8DF8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3A744B-62AB-2EAB-A0BB-3B234E7385B0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7ED628-C5F6-C06E-3F25-9A6C6051AE45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667226-64C3-4013-B59C-33CDE92FAA90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EDC62B-25BC-493A-8D31-7DFBC2119C45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3D4AF8-352B-64E7-0C90-4E4755CF8C7C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BD52F8-F8D3-8531-121B-5870C31FFDB1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3CF7DB-0A3A-9EB7-5823-EF6CD9C54754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9C3901-472C-9806-1105-015C34789137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38C7FF-F556-A974-B9C7-E273DCAF4999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0DF4AD-F935-8F71-1ED5-B9FA3C667D37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B02C43-3038-0A6D-CFDE-058BEBD76BD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EB86D2-080F-36E5-3977-FD3B58BEC764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3A13CF-90B6-2986-711A-4595278C3CE7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9F2064D-0D09-5E4D-5460-10403E49C046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7CBCE9-C1A1-D7C7-A834-E71AD4A14C92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D554EB-6630-153F-2562-147C37F8C105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6D324C-9C8C-CC66-3432-FE11F2DB8296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5130B1-D1DA-BA5C-9ED7-88D9F67B5EA4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681A51-D8F0-479E-0E5B-58F65B9E97B2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6785FC-84CD-E0A0-45C5-32E9DAF342E4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B09EEA-26AD-64B4-34BC-203C8937E435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C0326A-CDF7-9D5D-177E-8D6F79FA245C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7AFDC9-40A4-3F8D-8661-FBCD7A520796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278BBC-2B2B-61D1-311F-6A1792E8868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AFB88B0-6569-C179-0725-09A5A37D0780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B836A4E-F75D-DF98-1DE2-316E8EB836A4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EE5B50C-7369-FE86-D75E-B307680AB3E3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3CE437-B672-F68B-05B9-A3650BB5FBF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E5C3D4A-36E4-7A48-9F4A-3D1A4B8F4EA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442B42-0CAA-69D6-6FE9-25BB648B6A1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BB01C08-014E-34AE-26F4-3BED38FC3EF8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29C8F-68B1-E010-29AA-7A9DE83C9621}"/>
              </a:ext>
            </a:extLst>
          </p:cNvPr>
          <p:cNvSpPr txBox="1"/>
          <p:nvPr/>
        </p:nvSpPr>
        <p:spPr>
          <a:xfrm>
            <a:off x="1795487" y="4872807"/>
            <a:ext cx="278645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Pointer arithmetic is another way to access individual array values.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5FE19-50F4-0CC8-E408-BD472B5E31DA}"/>
              </a:ext>
            </a:extLst>
          </p:cNvPr>
          <p:cNvSpPr txBox="1"/>
          <p:nvPr/>
        </p:nvSpPr>
        <p:spPr>
          <a:xfrm>
            <a:off x="5130553" y="4998058"/>
            <a:ext cx="219787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cs typeface="Consolas" panose="020B0609020204030204" pitchFamily="49" charset="0"/>
              </a:rPr>
              <a:t> is shorthand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*(a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1C44E-B169-F687-8E62-CE2D59E7892F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71F763-4EF7-34E4-70FD-7B0EA4878993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2FBB01-11BA-38E9-B008-0F994EE2812A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0F2465-C4D3-7408-0C47-C7BE481259D8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264383-F644-1806-2D84-7E00B3E911E5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6A9C5C7-D8B6-DA12-82BB-D1D04EF3F3C0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E36ACAF-3292-F0E7-A0DE-BDC01C12C722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D7E3421-237E-5D7F-5736-01355CDBE745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6773E74-D932-C317-69FE-740989CA7B55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CBF544-BB8B-F3C6-0330-DF9E26905FD6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869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71D1-5868-1A8A-4916-B86BB3F0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D007-C787-F599-958F-B2F7BCDB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081EE-B3A1-AB0E-26FF-99A9DF5C620A}"/>
              </a:ext>
            </a:extLst>
          </p:cNvPr>
          <p:cNvSpPr txBox="1"/>
          <p:nvPr/>
        </p:nvSpPr>
        <p:spPr>
          <a:xfrm>
            <a:off x="387627" y="1292087"/>
            <a:ext cx="562205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+ 0); // 7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+ 1); // -2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+ 2);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+ 3); // 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+ 4); // 0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*(a +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);  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E8621-E916-D6C2-B47B-CE54DF40B7DE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06AB03-0C05-9906-E343-AD5ABDF9C89B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8426D8-001C-83FE-57E2-4FE7C570CAE2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EEBF0B-F537-A2AE-D10E-87717F4253A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CAD62E-50CE-1E4D-2E32-8E7DB1586DF6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833016-66AD-F791-447B-FBACAB70A53C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4B4EF3-04F5-36FF-08F3-1881E047B1CA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E60CE1-FF8A-86F7-C39D-A148C41FB378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2057622-E312-F262-3804-A6B4159B8A9B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18D3D4-1D1E-C55C-F8B5-8B52146D63D2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4CA65E-791B-88A1-FD98-33290B5CEFEE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EC6A0F-5C77-436E-C4AA-1F519CBD8CF4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6C2DB8F-F704-98AD-0845-3D307FE4BDE4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575C85-19A6-0371-B6DE-7181E694B267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2E4DC1-78E1-CBBD-940D-8D9A999D4B76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C91E6B5-B122-AC49-D2D9-3BDFAB0CD8BB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EFFAB6-7BB4-6930-1F9D-3C3C7744E211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A358A9-8C1A-B7FC-43AE-409BEC54EC0A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99E36BE-8390-502B-03B5-07EF0F099AE0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516C45-B74B-042A-0098-3FCF6F6BC52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D872C46B-BBE1-6C94-A60F-BB0FF2183AE1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E3C904-ABDA-60D8-0BCD-00F4690CABDA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6EEF83-D26D-AE64-06C7-CCF10EE134B2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2CCC7A-80D1-51D4-DF14-D976F86C73F1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FE2CFF-65B2-97B6-36EC-07DE87FD19B3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3D7EC9-9B01-E247-66B0-C1BF83DF6DFB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603F63-65C9-3540-6061-8FB216E34AD7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B87CAD-4F9B-8A63-DE0D-88368C8015E5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A1D4D0-33FE-A558-D995-A1BDB0096F76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CEA75C-C0A6-3E3A-D5DF-BFB28A30480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5EE9C54-3355-11AC-E8FF-17B0E70DC014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CD274A7-E2F7-2C77-1A9A-98801DCF3C7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BADD315-B5B3-C0CB-5AA5-82770EE2C03F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DF9EA29-19B2-B75D-DD29-5E8A8786BF11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263A6D9-FB8C-5A36-2BE1-C3C23B7B800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1AB14F3-9915-3253-8540-8DE8F1A2CA4E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65C2C0C-AF83-278F-B631-6E867B22132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47B9CCD-DC7C-6235-B8C8-3B36EAC08738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E91A8-D3B2-C437-7E7F-E2E3E13FA1A2}"/>
              </a:ext>
            </a:extLst>
          </p:cNvPr>
          <p:cNvSpPr txBox="1"/>
          <p:nvPr/>
        </p:nvSpPr>
        <p:spPr>
          <a:xfrm>
            <a:off x="7221394" y="4822108"/>
            <a:ext cx="219787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cs typeface="Consolas" panose="020B0609020204030204" pitchFamily="49" charset="0"/>
              </a:rPr>
              <a:t> is shorthand for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*(a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42B6A-6C04-D0D9-AB57-7A38B995E05E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AF99B9-977F-1610-1CBF-C48F16237153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7C65CA-5BDE-690F-1A9F-14B9D0C9E795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15538B-77CE-A053-2E97-99C3EC30F689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048B7C-2A82-0B87-B740-2E81AB66C0F3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C89A40-66BC-A47C-1F8D-D452003E0E0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C29926D-4716-5ACF-AB03-78F5002D6C1D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950B06-59C0-80E6-201E-5D6B008AC933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672887E-4D8E-B48C-275C-A8F248D5061E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3205B9-BC96-B5AC-175B-ECBA1AA79B25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6664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D40D-EDE7-54C0-6722-315CCF6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CDD3-D053-EBE8-2C7B-7AC010D4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4D2BE-0427-9665-3208-F682E6C11A5F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795C04-B589-E724-7D27-74BAC9486801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69866DA-931A-65A0-7514-C290D259F85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B543D6-2B65-A259-50D2-A5863F341FA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4ABD02-A5B3-9CB0-1E0D-449FFE6E801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C5B3E8-9646-5EE9-141A-3AD9106AEC2A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DC6609-3ED5-7D0E-DB79-199F03884DC3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AD7E5C-1FCF-F774-A178-C0D0FA8B9188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33680E-8120-F7BA-44F6-A16C143F6DB2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BF19D87-7F8C-DC21-4270-DDA5BB72F150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43C482-D39D-B769-25AE-2BAAC74D9BE1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323D64-9F2C-EA31-9FA0-A552C68768DD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4E8DF3-E717-15EB-64BA-D8DB0331B126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44186B-4309-732D-9F0B-E83E82661496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E52DF1-9C40-9696-8973-FBCE70A19DD7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7F2079-DC31-BBF3-5B8B-8171C7162A8D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4B873D-CC5F-8512-4F88-1ACB9EE9F029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CB7097-0D92-EB45-7557-0ED4643F867A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7B4F3F-944C-4ACB-F3B4-3973AA172A1A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A843AC-3825-A5E9-AAA8-2C43C351E86F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372FD6-12C7-9A77-6D37-86721F552FAB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78A5668-C7F2-7AC8-586F-A325AC03E3EE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C42CB6-FD51-9369-DE53-68D1513A00E8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912FBF-1F07-8A9D-A0BD-DFC48245C387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DE1E22-BC2B-AF98-A862-819520A933F8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C40D0B-5395-1E5C-0E8E-4D399EFAA2BF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A38895-26C2-13FC-6729-C25B4ABEE689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66879A-CE51-5B18-5FC2-60323976BFD6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E6A89DC-64DC-612F-A039-B4F869785A58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CAE116-C78F-2BCB-C739-F75E492C78ED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033E2C0-5EF2-5995-5847-8449CF3AAF70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B353AD-6B75-59F1-B7B2-E29D14150E22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8C5578B-9A83-9A8C-D49D-AFD86AD274B2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F2641CF-A299-CA10-9AF5-7E385C81C40D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E70252-92CA-CF15-538D-806C8FE89212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98DFD8-D860-5F35-DCDE-58DC61DCB5D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77AD42-C1DF-3619-CFE5-C3E1AC3F8A05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F33E944-D7E2-EB38-DF41-6DDB1EDE7F6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DBA66A6-E74C-0BF9-903F-23DC5970CCDE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20806-02C0-8D30-99D9-B1512B47B7F3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39CA3E-0B9D-AB77-2A39-3DB1301C1A07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49DDB6-FF8D-D81F-9D4A-EB443A4CFFD0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8CEAEF-6FD0-C6E7-94A0-D8F003072984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561DDD-6C61-9636-53EC-A3614FA70502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8F89D9-2A7B-C0C4-ED73-9C1F5329F6CA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16B51E9-42F0-13EB-2364-A8DF8B949704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F5DFEC3-E57C-8314-B1B0-73E7F600C5B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8C9EB47-E4A7-FC68-CC63-4D13DF7BED70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B8C7446-D693-2B14-760C-F449868C3F11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0EEF541-49B0-149D-6837-B3551AC8A52E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071F6B7-AE44-D488-265D-CED42AB6D33E}"/>
              </a:ext>
            </a:extLst>
          </p:cNvPr>
          <p:cNvSpPr/>
          <p:nvPr/>
        </p:nvSpPr>
        <p:spPr>
          <a:xfrm>
            <a:off x="1791730" y="2402315"/>
            <a:ext cx="1729945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165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8B600-81DE-40A7-DCE7-14A4ED17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4E76-4905-6922-6A9D-6377E518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554D3-815F-9A3D-2698-10CA5B812CE1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F6D983-4DA5-BA61-BA54-8756E77C90EA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48C486-CCBC-3948-09B8-90514DE714E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FC0843-7876-8431-6FC0-05BFC223E162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0EFEDB-419E-432F-C891-1C54B6B30DC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5C7E8E9-12E7-3EA8-0D36-E72DAC6162F8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44E46E-C1B2-E1F4-9FC7-B2F66DAF118B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308CDD-31E8-44A6-0A88-2A8875CF4639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7FB06C-9BD9-6E79-3A8D-C891B533E6D1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C0B5E0-55D7-26CA-E794-87FFDDF0288A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D7491C-D57C-31C0-9D9E-9D99EA2817A5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9B6226-9BC5-F927-EDB5-FA628942375F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13784C-F795-672A-3243-9892112D1D9D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864408-16AC-3492-BB80-ECAC4CD4CF2A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F931A7-9303-B909-2692-12B0DFF6C485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E6F39A-C59A-810F-EE18-F03589160FE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561067-D100-C69F-AE5E-6233574A9E2A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AEE272-10C5-0531-D696-1FF4736522B2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DD9F15-D848-CFD5-EF3D-220212729BA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460045-0DB7-B174-AC09-6160B9CD491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5065DF-69F5-86BD-D026-BF758FE1C57D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E2FCDE2-35F5-C0DB-BC6F-E46A0EA3FF1F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9A21D8-0AA4-4C79-B350-8B4775557415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8EE989-F38A-978F-A846-B8EAFAC54085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2FF459-2757-5394-46FD-B9362B69FFC9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E35F70-8986-91A2-B883-45451702917E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1BF224-3F41-01F2-62AE-8A0EDAAD23A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8BE4B9-846A-2B5F-11D5-514893110377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1938A8-D521-4B46-D0A4-F5D95482446A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3A6DB9D-9038-35DE-AEBC-6A5D8DD1CB1B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8B00F3-CCDD-2F1F-52E8-127E6D0D15CE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D3850DC-84A1-224C-74F3-875C0D19D96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0402E93-659B-F86C-C25D-2CEB055F8C91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F9D736D-18AA-AF47-18A1-F3469CF3B097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C89F12C-9686-7DDB-6E2F-7CE2C250563E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11CF8B6-35B0-6D38-0CA1-36E68074504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AC20D53-0741-D626-3A40-B05E486969B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4D90619-3615-5B25-2532-1F2ACABE8F51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265C460-5B32-30A7-FB96-55AA13E53542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47506-BD08-A32D-A9A2-37C90E37DF86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3E41E0-9FED-68C6-363A-0996A117018D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0D88CD-6D67-9CAF-1B72-C860E4B5ABFB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2AA6B6-7545-AF08-0218-BAE5215E6912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F33A6-B324-3283-4675-3259BD221053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5C244B-35D7-3F31-E81B-DD1471D44463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B06D26-569E-5B03-5AB9-4A0784B185A3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D332F60-A82B-55F5-135A-2D0E00E4577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1ACC36-9CF0-293C-1654-3D1CE8627392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1CB90E7-042B-AD08-6500-B3EC89073D30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74F358-DF48-7E32-1E45-7441810249E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44173E-0231-3EA8-A03D-64D63355A473}"/>
              </a:ext>
            </a:extLst>
          </p:cNvPr>
          <p:cNvSpPr txBox="1"/>
          <p:nvPr/>
        </p:nvSpPr>
        <p:spPr>
          <a:xfrm>
            <a:off x="2917949" y="3797973"/>
            <a:ext cx="333380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Need the length of the array to know when to stop.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DCB0AB-715A-B7BD-7669-EE0A8618F12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584851" y="2723322"/>
            <a:ext cx="567154" cy="107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E21622F-2EE4-2144-C69F-EB48C21A0DFA}"/>
              </a:ext>
            </a:extLst>
          </p:cNvPr>
          <p:cNvSpPr/>
          <p:nvPr/>
        </p:nvSpPr>
        <p:spPr>
          <a:xfrm>
            <a:off x="3798679" y="2369748"/>
            <a:ext cx="1572344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961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D47A-5BC5-8CD2-302E-7554D78A5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3DA1-51C5-43B8-1A58-0021B390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126A4-6EAA-F19D-4B58-1414959EA50B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03DF4A-4EAB-11AC-6122-A94D5625B82C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A77D37-E526-0C85-76CE-10C2A6FB041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C0198E-0E45-9189-634E-90824AE6C017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178D43-5937-2DFC-B331-8022B788E14C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703D6F6-FBC9-0B88-1BBB-84C1B98D6ECD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865D13-32EE-C10C-61B8-9D87E2E57AA8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E24921-C198-FA12-F5EF-FD3F5662F98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CF15B0-4EFB-66AE-8394-917C4BC9A3ED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0CFCB5-F8DD-83AF-7BA7-0D4FF8125E44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548C77-A1F3-2880-A234-00570AD57B9D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4C0188-6B11-12CE-BB7F-3CA278874F43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9399FA7-3A9F-BFB0-D75E-71613A202DD5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1A8A4D8-DDC6-4A0B-1A1D-FDFB360D94F9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73645F-1449-BA0C-B5CF-380F156DB7CA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2EAB15-CF4B-C20E-390F-2911A5690BD4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E082830-59C5-A296-494A-6D7122597F38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B81532-194F-D133-249A-2F5201C26785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CC0FAF-193B-D26F-E1CD-4C27FB6E0AE2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AEF82F9-EA69-12CD-8FA8-47DA95A1EFF3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9A1DF9-D590-7ACF-98FB-346DDF310DD7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547300D-4355-865F-5B8D-7A3F7103E553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A34A9D-8717-DEAC-1D93-91AB103DE3CE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6D2239-3AD2-5709-A218-1C6597F3B51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54E43B-CDF6-3B46-AF64-15765F222DEB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7382F6-A0D0-AC1F-BE2E-51ECEE4A9E2F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ABE0F3-F563-F80A-D0AA-599B55E1028E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ED2090-DB1E-B182-F4BD-8FB3DBDB6EEC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94ED66C-E133-83E0-5E4F-CB4ACAFCC8CE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8FCC3D-27A4-4BEF-1AC6-6E736855FC4A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BB6F244-A148-2613-2226-3097CD172353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C0FE2C6-E453-A83A-8413-D65EBAABD327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9DEEED-D45C-DB02-5E27-3384D0BCEA8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75758D9-A525-DF78-65D3-C35AB1C64FD3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CCABFE1-92DD-29B6-3A08-8949B2CEA3C4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73B3868-7AB3-59B2-0954-C48907C1A05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6FA2112-87BE-897E-73FC-55ED6D4C63C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51EE5A1-D1B8-CF47-ADB4-E32AE5B519AF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45D8B0E-1E24-3799-1CAC-E222D2CD3F8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2FC9C-597F-84DE-D2BC-3BD8BB8B1B08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5077AD-781F-5541-94FA-96FE8691BD3E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8145B0-EB40-F0B8-260F-0AA4F7EEDE3A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77ADBA-FE61-F01C-024C-DC47F9E46EE4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60B1D7-D586-9FB3-27F4-F249B41FFC97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3AF23-E5F9-478D-0AD9-241FE3AD3BBD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2AC8AE-AFD2-793B-637F-F2CEE15DDD00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53425A-2318-E121-154C-CA298656FBE4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02F228-49B2-9C63-050E-26A7BE5D67BA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4391A27-F18C-9926-399D-BD87C19772C2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5CE9C84-BAAE-D3F4-F3F4-0F74D83B1046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C68D41C-26A5-AAFA-4634-2F567E371008}"/>
              </a:ext>
            </a:extLst>
          </p:cNvPr>
          <p:cNvSpPr/>
          <p:nvPr/>
        </p:nvSpPr>
        <p:spPr>
          <a:xfrm>
            <a:off x="5589559" y="2391658"/>
            <a:ext cx="62998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31533-8935-5E3D-0989-31A95C73D0AD}"/>
              </a:ext>
            </a:extLst>
          </p:cNvPr>
          <p:cNvSpPr txBox="1"/>
          <p:nvPr/>
        </p:nvSpPr>
        <p:spPr>
          <a:xfrm>
            <a:off x="3883463" y="3797162"/>
            <a:ext cx="333380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Adds 1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so it points to the next value in the array.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27A59B-A189-D4D2-9606-6B24371E92E7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V="1">
            <a:off x="5550365" y="2848858"/>
            <a:ext cx="354189" cy="948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5558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4441-4D6A-881F-A81A-E4668F16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EE22-01BD-486C-9F99-986AEBD9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9FBF9-5FCC-E552-F7D6-63215C7214E5}"/>
              </a:ext>
            </a:extLst>
          </p:cNvPr>
          <p:cNvSpPr txBox="1"/>
          <p:nvPr/>
        </p:nvSpPr>
        <p:spPr>
          <a:xfrm>
            <a:off x="387627" y="1292087"/>
            <a:ext cx="64716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 a[] = {7, -2, 4, 4, 0};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for(int* p = a;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a + 5; p++)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*p;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A2ED79-DC79-2599-FA30-719F68A4A5F8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81A741-4823-2F59-9E92-E98E04CC47BF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94AC1-DF4D-F459-CE1F-FE68A481F6A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5E4AFA-30DE-1F57-46C5-DBA901142D6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7F4065-79BE-1A51-203D-CF2A3AA5CE04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EEB067-53F9-D5BB-AB73-3B9DC7249143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8C5B1E-3030-8CA9-74DD-437A4572B4A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02C384-0769-7294-2C9F-DA19ED24A24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3DD63A-9317-44BA-7608-548E63BF234F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D10A54-F602-B0AF-A1F4-4E2DF76333AB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5E21DE0-82D4-9D62-757B-BADB5D233AC2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E9C48B-3DB5-C3EC-D545-D68B3EC19BD1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5D4B09-8800-090F-280A-6E784907EBC6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C4EF08-F481-6751-FE96-CF145E38052D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AA1679-2C14-BAC6-4E49-DB0BC53C83E3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A05252-46E2-9DFC-4CD4-91DC7294D1A1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7A2A6E-7F7B-9809-E76A-550365E6BBD8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8237D6-EE2B-D311-F167-C471477C10D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8A4747B-7487-BCD7-186E-D64EBF5F73B2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18095B-2FFE-DF9E-0AA0-E35009B18EE2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392FED0-91D2-AEF2-C53C-3E2810AED051}"/>
              </a:ext>
            </a:extLst>
          </p:cNvPr>
          <p:cNvSpPr txBox="1"/>
          <p:nvPr/>
        </p:nvSpPr>
        <p:spPr>
          <a:xfrm>
            <a:off x="8213348" y="511071"/>
            <a:ext cx="20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558D56-4F6F-8578-8D8C-19202D0A4ECA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439A69-C0DB-870B-975D-6F668FE79928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894D40-D4D8-C7F1-3D4A-CB5641648788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C945F3-5F95-D712-A05B-703B1ADF6203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AC9B8B-1385-4DD5-B5C1-C0F69D17181E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0C9044-D576-3C86-9FB1-853DAF474F87}"/>
              </a:ext>
            </a:extLst>
          </p:cNvPr>
          <p:cNvSpPr txBox="1"/>
          <p:nvPr/>
        </p:nvSpPr>
        <p:spPr>
          <a:xfrm>
            <a:off x="6550304" y="71218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2179F28-FD9D-BBC5-7891-FBC01AB900BA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904888" y="943021"/>
            <a:ext cx="746095" cy="661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A1AFA3-1FC6-DBCE-9F10-7D20B18AF4FF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7B48F4-14F9-ABEF-B116-FC8CDAAC58C3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828B201-C9A2-9E40-229A-2099030AB10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B3C84F-4467-F5B7-F9AD-BE1E2AB7DA8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759AD8-56D0-67B0-D682-3D199C4C1013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A26F44F-B56F-D72A-C663-A28CAD44A87B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24AAE73-BB0E-C989-32F6-F2D7B196D4E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E8F06A-11C6-2DCA-5A33-5018C8B52556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A0C9BA7-E69D-DA55-5ED3-EB3DE91BEB9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6655168-5F52-5E00-05C7-CEE1EBBA489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F65EF1-06EC-E851-744C-43269E28423D}"/>
              </a:ext>
            </a:extLst>
          </p:cNvPr>
          <p:cNvSpPr txBox="1"/>
          <p:nvPr/>
        </p:nvSpPr>
        <p:spPr>
          <a:xfrm>
            <a:off x="2512796" y="261035"/>
            <a:ext cx="333380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another common way to use pointers to access array elements. It doesn’t need an index value.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21B1E2-6D66-46A2-114F-6916068570CD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9C0566-E112-19AA-9C14-8F575C981EEC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E99445-E99C-407C-9886-BD4B4BE15436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E6DB21-7CDE-9484-2C90-0682F6648EA5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532227-9245-F423-FED0-D8A290374602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14D1073-2672-54D4-3CBF-06AF312FBA9B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5467CA1-EA9F-B7D0-B192-62FC7684FEB2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63D197-1BA7-42D0-3A1A-4C440ADF6ED5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086CB5-AFB8-63B1-B314-35C988253E61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54CF131-1D47-DE98-70E8-B31F8792D6B0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C7B0D5-5533-4B79-1F03-5E1525D80E0A}"/>
              </a:ext>
            </a:extLst>
          </p:cNvPr>
          <p:cNvSpPr/>
          <p:nvPr/>
        </p:nvSpPr>
        <p:spPr>
          <a:xfrm>
            <a:off x="3124654" y="2780735"/>
            <a:ext cx="433555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1D106-30D0-FCA4-8EFA-76954FEED0C9}"/>
              </a:ext>
            </a:extLst>
          </p:cNvPr>
          <p:cNvSpPr txBox="1"/>
          <p:nvPr/>
        </p:nvSpPr>
        <p:spPr>
          <a:xfrm>
            <a:off x="2134321" y="3764811"/>
            <a:ext cx="241422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returns the value that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 is pointing to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371E08-2EE4-15A8-4ED5-CBD5AA8B1CE1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V="1">
            <a:off x="3341431" y="3237935"/>
            <a:ext cx="1" cy="526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2223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9921-D924-A3AA-B4A2-907D28B9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0307-BAA5-87A9-1416-FAB5C1B2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previous examples were done on arrays that were local variables, and so were stored on the call stack.</a:t>
            </a:r>
          </a:p>
          <a:p>
            <a:pPr lvl="1"/>
            <a:r>
              <a:rPr lang="en-US" b="1" dirty="0"/>
              <a:t>Remember</a:t>
            </a:r>
            <a:r>
              <a:rPr lang="en-US" dirty="0"/>
              <a:t>: anything on the call stack is automatically de-allocated when the function ends.</a:t>
            </a:r>
          </a:p>
          <a:p>
            <a:pPr marL="0" indent="0">
              <a:buNone/>
            </a:pPr>
            <a:r>
              <a:rPr lang="en-US" dirty="0"/>
              <a:t>Now lets see how to use arrays on the </a:t>
            </a:r>
            <a:r>
              <a:rPr lang="en-US" b="1" dirty="0"/>
              <a:t>free store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details are mainly the same, but how we allocate and de-allocate arrays on the free store is different …</a:t>
            </a:r>
          </a:p>
        </p:txBody>
      </p:sp>
    </p:spTree>
    <p:extLst>
      <p:ext uri="{BB962C8B-B14F-4D97-AF65-F5344CB8AC3E}">
        <p14:creationId xmlns:p14="http://schemas.microsoft.com/office/powerpoint/2010/main" val="6625495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1F7CB-E866-BFFF-C17D-4CE49BA6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E9C85-F7DC-6A5D-F622-E27ECD72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D5CD3-1C04-3B0A-8A1A-A8459F07A049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427032-F3F8-A7BC-42B9-B62EE8C731C7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BEC8EFE-B099-2104-B9F0-B0996D02E26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C25498-1329-4A34-FCFF-51E7939087BE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31E620-5CA9-4186-8782-021C9E814C7A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061A9C-7230-6BE9-6BAE-E141D756B30A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5ADC2E-763C-815F-469D-630E5A46EA8E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02813-8855-1377-30D5-F49CA96A37EC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F53EF0-C466-3E40-EADA-6EDA8E0CFF97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77FBC1-29DD-90E3-9604-45C6FC2CE5C9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7D9197-F14C-C779-2253-C913794BB822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66F9BC-06AB-6613-9720-9B2A2E1325B6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1729F6A-4611-B0BF-9FB5-DABBE436841D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649378-E9E0-1DD7-6CD3-8C4B6C98A6D0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A28E2D-F5AE-8EAD-38D9-61938891E986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6D2F5F-D1ED-1187-D81B-6C28AB8F2EA6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497CC61-7415-6885-4167-E74B0A219190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EB5EA4-C53B-0811-A326-40ED7B5D2981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28E428-111C-5424-5B93-F12AE5799D7B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0EF707-14CA-1756-1A0B-99D9D9C33069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341D8B-F781-E608-877E-B7507BCA472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1137AA5-71F1-DAC0-80BA-FC1CD302CB4B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29F82D-305E-D3D1-0E28-A4E759BBBDC0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CBF7B6-3AFC-64B9-FA2E-246655A2CEE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C5A902-C678-6F60-6D65-549CAB3C1725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9620-51D4-4761-2380-600959E46E59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350673-B562-0CF9-34BD-A1ADF87F77D3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511093-D102-CB70-0E71-4D5F61DE4AF0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03442C-2352-B4D1-F7DB-DD86D7A2DE74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FCB17D-73EF-A6E7-A36A-84FC927D2A91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B6A562-B98F-3D95-406C-8CA29F68F6E4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51B6FE2-3203-7680-BAC0-0FF2F04FEEED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1F2F0B6-1488-F640-3B3C-9F2689EA658B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6308B45-EF93-8CB9-B69C-B6402C484E1A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5A8FD5-27B2-BD1F-4619-F77C8E5DF187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483873F-D3AB-5D8C-5454-2675C599C1A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C639383-7F54-F99E-CD3C-2DE599B418B9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D7C4D0B-8C93-0EC7-E25B-E0CD966AD6D6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2F907F6-BEBD-E466-11F0-A7ED6076D7BF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9EB7F-BC21-AD4A-1F59-1F64DB38EDE4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B9C1E-894C-0F50-FF3F-FD3C5F1ABA08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4A79BF-B36E-6B30-0629-62CA9071A008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62DAC-32EA-873D-25F8-C239712BDA22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B5DB4-1179-465C-1E6D-344250EF507F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9772F9-A107-366C-82E6-5300B1A0C588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9A32E55-DD42-5FCF-52DF-B2EE22667CF8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966AF67-AEE6-F40B-9672-EA367E147F0B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989C4A6-BC5B-18B7-4C32-926B0221FFAE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DAD11A-70BB-8327-E5FE-25A3AE037FEE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DFB3742-35E2-93B4-EBD6-77F91D533794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755F0EC-CC24-3DF4-5684-8F536562EA86}"/>
              </a:ext>
            </a:extLst>
          </p:cNvPr>
          <p:cNvSpPr/>
          <p:nvPr/>
        </p:nvSpPr>
        <p:spPr>
          <a:xfrm>
            <a:off x="2611741" y="1630641"/>
            <a:ext cx="173165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F31A70-8F82-81D0-DB9D-65D8FE533A44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84F2984-EE2D-FA34-4041-2C66C6489E53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6765884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DB75-BCC0-4277-6362-0A32C06B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8A7-173C-77E0-F5D4-F0EE6CCB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97BF6-5B1D-5424-3F53-5A07C2DCF804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6550D2-4B93-5343-5074-C58B2642F19B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0F5658-AD19-0AC6-0A0B-63BFCCBDF5D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FB0A4A-9B5F-A3ED-83AD-461F39A8935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BA3C0A-CE76-6B45-0443-13B8BF3CDE7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1ACCCFE-D06C-4A8D-BD32-9DED9514D8CA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3B0A10-6073-283B-A955-6B775CFB6A64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6D2BFB-C43D-BDA9-DAE6-26DA671BABF0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CEFEE3-99F1-CF58-66B7-197A7FB4734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12788D-F207-D6CE-4370-70D51B3B65DE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1AFF38-2B0A-683A-6863-1E2A6891231E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05EDA1-C7D2-CA08-93E0-FAFF34635F30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1394E0-D3D4-E299-E90B-7844FE3D7B12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83EA9BE-DCDD-E74D-C102-6C2FEB1D6251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E7581D-5F0F-E985-EA06-D9AD69D38AC7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C141FF-790F-6AD4-6F43-656B81C2D53D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BFD750-40D3-1C93-F98D-28FDDC8993A7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3A3141-0F48-F6C3-7157-7B4C8570B9C4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834B9B-BF9B-F87E-350D-6FA73C5761D2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7EF378-B52F-1A2B-645D-96EC75DDAFC4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4DC279-ECCE-D8AC-976E-52712425B6D2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FAAC0A9-2FA4-623B-E3B1-15768E2671CF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ECD07C-6DB7-3781-BC58-DC29D340469D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F37674-ECCF-4EA6-F011-0C3E44D5FAD8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F29DE7-55BA-DE09-B7BE-A6BDE40ADC27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B02F8B-3104-2D7A-AD19-60F8EA655636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E7CAD0-0831-E90C-6B15-C9C8F6F3C033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B9DA61-6498-DDA7-5C3C-FB95FE1FE93C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748684B-14F1-CA8A-BD86-8AB5BBAC2104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4E51F9-2982-FD40-3803-F162F5EA8462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C886544-A482-6710-F9E8-579D9AB25F7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8370CE-8D54-B775-EAA5-7CAE10F53A5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EE6D6D0-5D56-6EC5-9D75-7FC3BF2A8D4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6A6D0ED-8E7B-D622-2D09-BC8D4F8FC267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63F841-676D-E392-A55C-CB89925D622C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514FB-CC11-2299-0DCC-C2A056A0E3F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16169B-1391-3951-C46F-6D77B9FDED5E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FCCF91B-A8F9-CAD8-8FDE-3A1357E03EC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D4E2233-0F15-4D81-5C31-B738F97516C0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F4F10-A29A-8C55-2973-E3AB86DE7307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BB16D6-2757-8677-7413-A9C78E50F0AB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19A8C1-9E1F-25CC-A19F-F09608FD29A4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8EBEF-CA3A-D67F-AE28-FB3B11E0A3CA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0B0BE0-8329-EA0E-060F-E0C22912B2A9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28FD33-944E-9954-5713-0BD11A23CAD6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2BE181-C414-3740-DDE7-94E6C52792CD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7F8CB9-7CBA-AA19-84F4-BABFD0BF850A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11D560-AD72-1893-ABA7-37ECBAF23A6B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BC92042-4A72-4DE5-3694-B737E24EB896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5315E63-A828-08B8-499B-1B54B408E0F6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FC3B73-AAE0-0A4F-951B-748E9E32B299}"/>
              </a:ext>
            </a:extLst>
          </p:cNvPr>
          <p:cNvSpPr/>
          <p:nvPr/>
        </p:nvSpPr>
        <p:spPr>
          <a:xfrm>
            <a:off x="2611741" y="1630641"/>
            <a:ext cx="173165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DD5A6E-A561-CAF2-32B7-BACA5BB12635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334EFF-21C8-D8A1-0B28-E5B0940FFBC7}"/>
              </a:ext>
            </a:extLst>
          </p:cNvPr>
          <p:cNvSpPr txBox="1"/>
          <p:nvPr/>
        </p:nvSpPr>
        <p:spPr>
          <a:xfrm>
            <a:off x="2977203" y="3205288"/>
            <a:ext cx="265244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Must use []-brackets for an array. If you use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()-brackets, you get a single int initialized to 5.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58CF335-D277-0E60-414C-23009F780D4B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925957" y="2087841"/>
            <a:ext cx="377468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3620007-099A-4C14-527C-C77090EBB13E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4266541" y="2087841"/>
            <a:ext cx="36884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0CC1860-AC99-24C9-9436-5842ECB7BDBF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8025207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79E0-6441-0EEB-68E5-0A93050E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9A8D-6317-E522-CB7F-9AE95501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B3509-69F0-CC32-71A9-C653820693C8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9279BDE-BA96-6240-9944-0AD6EBA456A3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709CE9-AC9C-2CEB-89BE-7BFDCE55BE76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FD6AE3-ED68-DA87-B453-C95DA02DFCC4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369B12-2970-4D14-FEA6-AAEA41068DF3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D9BC7C-9301-1304-30E2-0195CA6F2BB5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E5F56C-307C-CFAE-A813-762F05CC519E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725594-528D-5706-0101-03383EA962B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AB04DA-8953-918A-D62A-31A2E8E87929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40A51B1-B96F-7ED3-C7F0-36C7E58E9729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36C7FF-4628-BE2E-5AA2-17F060F17F15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26AC25-7B8F-0A84-63E6-9F5D45239111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6E1C5A-03A1-F376-AE59-9F16176C22F0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CFA275E-7794-20BD-FFED-762376053933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C1E027-B174-9C26-E52A-1A62C899C0E6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285289-F83D-FB64-6F53-43CCE02E09D5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7FEAB08-AE58-7ABF-142A-E8252E4CC976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DA983FF-76B1-AB67-38BA-0FC4F6021364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3D0379-CC15-C866-4FAB-07C2674A8946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460197-BE40-9BCF-6C83-DACBEE49074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D79424-6F01-01D8-6239-5FC1CD5DE2DB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B4A7B50-E1C1-72AB-F955-F7F6D7FDC4F5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CA18CB-BAF9-C3FE-CF3E-2BACA7B5E163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E39C38-E834-BC78-82ED-47D406B876C2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0C3055-DA0F-6E34-9590-8E354503650B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6EB70B-C37A-CAD3-0232-025AB5B3A850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F6E707-B1F3-55CD-8C87-50D88F95EB47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43667A-4DC7-3D5E-FF1E-A16FB59CADEB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BD294D-22AB-D8CB-DB3A-F0904CB9A22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2D8E5FB-0B7A-6D44-BC38-78C4060A4115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154ECF-776B-B03B-97FA-FE3BB4EED74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18163EB-2BF3-4AC7-77B7-B3F8E3E5A85D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0E2FCFF-C0C7-F8C7-B9A3-F4543B259B17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5D913B57-7C4A-EDE8-9E4A-FB7F7C8D21F0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B65092-547F-2B5C-3D99-DDCA2C03F437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B10E089-BB6D-F6AD-392C-ABBD4501970B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452412A-3FF1-A0F9-9EC2-7DB36C83937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C6E0EE5-54A0-A1CB-4AE4-679DE4D69BA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DA60F86-0D0D-9C6E-3793-39E7F755EB15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8B532-D75B-8D68-A7C1-C90198F73463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6B6438-167F-6360-6FC1-A92F53E87531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1ADCD8-3EE0-A982-56E8-7DFB8CDEECC4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4225E-E9AD-06BB-54AA-217E4336AB0E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DB6590-09BA-89B3-0D5B-D240EB479A1E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C77CF1-2153-17B3-792C-8155F1375B20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EC5B08-20F0-8C32-ED67-D585ECB88BF2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8AE7C69-D58F-F8A9-CAA0-1FC3E3756C59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2FA518C-F571-47B6-A53C-2A3C4416DD2C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8309394-1364-0572-AB15-D4D0C87C8E96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A9CA9B5-F63C-BF09-D743-671E15025F24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6034222-77CF-C112-0918-71EF5200C78D}"/>
              </a:ext>
            </a:extLst>
          </p:cNvPr>
          <p:cNvSpPr/>
          <p:nvPr/>
        </p:nvSpPr>
        <p:spPr>
          <a:xfrm>
            <a:off x="2611741" y="1630641"/>
            <a:ext cx="173165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41D992-0993-A60B-6597-E1085CB5995D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DB5B2E-80EA-43D7-3A34-F4DD16399B9F}"/>
              </a:ext>
            </a:extLst>
          </p:cNvPr>
          <p:cNvSpPr txBox="1"/>
          <p:nvPr/>
        </p:nvSpPr>
        <p:spPr>
          <a:xfrm>
            <a:off x="2977203" y="3205288"/>
            <a:ext cx="265244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Must use []-brackets for an array. If you use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()-brackets, you get a single int initialized to 5.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437EB8D-3B43-86D1-6476-B24851B61C74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925957" y="2087841"/>
            <a:ext cx="377468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0E57FEC-A291-280F-C529-16394633F429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4266541" y="2087841"/>
            <a:ext cx="36884" cy="111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8AB360D-66B8-F55C-13DA-ED07D0C75815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368577-FB66-85EA-0E89-24D88A2AA602}"/>
              </a:ext>
            </a:extLst>
          </p:cNvPr>
          <p:cNvSpPr txBox="1"/>
          <p:nvPr/>
        </p:nvSpPr>
        <p:spPr>
          <a:xfrm>
            <a:off x="8153781" y="3856162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 initial values of the array are unknown: they could be anything.</a:t>
            </a:r>
          </a:p>
        </p:txBody>
      </p:sp>
    </p:spTree>
    <p:extLst>
      <p:ext uri="{BB962C8B-B14F-4D97-AF65-F5344CB8AC3E}">
        <p14:creationId xmlns:p14="http://schemas.microsoft.com/office/powerpoint/2010/main" val="9766913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50C7-1036-BE8D-3A0F-A0B2AE02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D9C5-EA87-34BC-2829-65EA66E8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36EE7-1466-0301-DDD0-93EC3F282699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4B0DCF-7A1F-0BCD-D821-36AF312D0616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936381-AFF2-A229-31EA-B0D45E1101F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AC9D38-0A50-CAAD-C8D2-97FC079E349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BA50E8-7A4F-334D-4039-1F2BE652F36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4E6EDB6-BB58-BB9D-E45B-CF8CA4AEF500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FAFF9D-3E43-465B-7270-861B3DD8ECEF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AA871D-63B9-03D0-99A7-9D026DBA5D3E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824ED5-3B0C-C111-E8A7-AA6E68A47808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49C588-4F33-123B-252E-7B5D2978CA1F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57DD6E-E865-145B-CE61-8FD560D122CE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4C1360-1F80-B4F1-FFBF-A9C875C66277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F286A0-60E6-9108-50BA-642CD7CEB3F0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8D6685-203F-EAC1-4925-71E5B1E34037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A3C25A8-B911-0920-D4C5-02EDE3EE787A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3B7758-1C0C-9ABC-8B12-C7C87227F28B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93EB89-DB59-B37F-FEF9-CADBDFF1127E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D9097A-88AE-1BAA-8593-42A0400C30B1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A13B12-2F4A-A451-A65F-35C25D163698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1B3E6AE-B785-76AA-DEE9-3EBDEBD8B09A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ACEA0E-94CD-DCC7-9810-827A3EF9278B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54532F4-AAAE-589A-E582-5B2D9C721B1F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FFAD1D-B7B5-6F18-1B50-B5FB8DAFA4BC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54329C-9A1E-2F52-F262-443795EC0D35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6CA37A-A2C9-3443-8700-92C2315E11F9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4CF50E-6B81-5E9F-00E8-1D9B4819BED7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6F9088-EDBD-A41D-B90A-99C06233CB45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2827C-3590-4063-C213-5BA8200D8045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4BC15F-6FC9-7B94-CF6C-EA26231DF3F4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E01B04-8C1B-C003-0091-27E67183F5A4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21B87B7-BB0E-45E4-0FE1-3201E587EF4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86464D-ADD9-2E28-F721-909869EA1B5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D87A8BA-BD95-DE15-9731-6987BDBBE50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686115-26BD-F293-8918-81017244FCA6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577C11D-63B0-B437-26D6-CC43C014C9CB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9938A7-A9F1-4663-449B-241A87A03F0D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AFF386F-F368-3618-FDF4-3E9884295FE9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F4EFB23-FB52-D431-C0EC-FE034ACDDD82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38616B7-F39C-8C0E-A302-1322C1E4E338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E33D0-08E1-C5F7-FCDB-F04F7A24D2AC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0CB17-0267-15EF-7F69-1A1D00B22D66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9AA835-E257-6654-EBDC-BA7BB76820F7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639E64-E956-2983-6902-644B5030A51E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20897F-FF93-C624-C523-4D8CE59E4A34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DFB176-158F-A55D-C372-D786320C1B32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6EE84F-19ED-52DB-5AE3-A2BE040BD733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AFB40DF-CE44-3608-ADAE-C08450A2854C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01A452B-1BFB-6023-2FE0-3C35F672E4AF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F320A0E-F6FE-D62E-9903-F4217EC75E8E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19280A3-1B59-2872-A1A0-276765D5AFBE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0736A54-7F58-A9CD-2562-899494C03A2A}"/>
              </a:ext>
            </a:extLst>
          </p:cNvPr>
          <p:cNvSpPr/>
          <p:nvPr/>
        </p:nvSpPr>
        <p:spPr>
          <a:xfrm>
            <a:off x="1118683" y="5685806"/>
            <a:ext cx="193263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FE324F-3115-0225-E8A9-5B7D2EE35021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E203F2-38A7-6E69-B652-797B263732E1}"/>
              </a:ext>
            </a:extLst>
          </p:cNvPr>
          <p:cNvSpPr txBox="1"/>
          <p:nvPr/>
        </p:nvSpPr>
        <p:spPr>
          <a:xfrm>
            <a:off x="3504637" y="5314241"/>
            <a:ext cx="275363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Every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must have a matching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that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de-allocates the memory when you’re done with it.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BB0DE2-24ED-1220-5E5F-D3170E8526F8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111E8A-515F-C40A-4436-915B3ADF3775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3051313" y="5914406"/>
            <a:ext cx="45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7544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2F28-EF50-E583-AC88-01937455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A93B-0427-536E-59A3-E420FB22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F39E3-2C6C-B08E-E7C2-AB5159F86CAB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0DC0DB-5990-D960-D629-133607C0DC89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B42753-E485-7AD4-9185-9E53F31D05EA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24900D-7305-A62B-41B3-9BF8272E5410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A5740F-31E3-913B-5E65-3A681E6545AB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7AAD3F-5DC8-8A77-D0ED-27DE848B0D36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CE35D8-A07A-6A5F-E93B-28C4B504684A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8DB12A-AE71-DCD9-DAF9-B9CD655892FF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616855-966F-E00C-2900-AB92818D3E91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4FE76-6FD5-EABA-11A6-938DFFE47FF2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BC4553-49EC-3F39-644C-E5E25F0CC560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008279-2A46-8652-AEDA-6168C2BE4003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5F07C0B-3E7F-786C-6410-12AE64FFFBD6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377BA5-5CA9-25AB-1EBA-0C274CBF1769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12F22D-0CC6-2822-B1DC-D5A816D71CC3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BC882C-1E5F-FC13-C504-2B861E31D51A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4CACE3-06D4-44F1-89C0-5EBBEFFDF37D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CB26E0-3694-8601-7B64-D5F9B0F24F9D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47AB3F-7FFD-994A-53C2-9D85BCEC55D6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3D46657-CA22-2280-007C-7A7497EAD3A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4608AE-5E90-8CDB-94E4-4ED706ECB14E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00C5741-E5E7-A69F-AB62-952D33211D00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9CCBE9-5724-5CA9-7AF0-99F9AD58FAB4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D49497-7E47-E835-6ED0-4826D2132BFD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980889-7D64-D40D-680F-AF28AABC8E5A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726D13-4948-5149-8FC6-E142EE17AAD7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69BB3E-A89A-0D29-8614-5B172CF3898C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52B31F-793F-5643-8030-BB15F7094FF1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91C736-0A92-6BF4-6886-E17CB741C102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53545E-7DEF-8D87-A9E0-68E1CC1185F4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59DBF8-0080-A481-7327-EEFDF7877870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1C4AE00-EED1-9506-7C74-4B5403B9EF6F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BC34FAC-7F02-AACB-7B43-E40B4EEB746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0AB6C47-B8ED-A309-4F7E-E18C7DA43930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EC12B9-567E-F71C-BB00-6C5A38203EF6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91BF863-8053-A42B-991C-4D3A60DF074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19EFEA7-A0FB-74B0-4F2D-B5263B8D2175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E3EB0D1-2E64-D7C5-8C7F-AC94D0439937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150DA5A-0036-F3D5-0F85-C1FF01E23627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35515-1514-E75E-BC3B-76C399095E43}"/>
              </a:ext>
            </a:extLst>
          </p:cNvPr>
          <p:cNvSpPr txBox="1"/>
          <p:nvPr/>
        </p:nvSpPr>
        <p:spPr>
          <a:xfrm>
            <a:off x="2339097" y="199480"/>
            <a:ext cx="26524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with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[]-brackets to allocate an array on the free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C680B-D146-4D10-48FA-6D6F839A445B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927EFE-A9B9-A03D-1E3B-4A90E00878B8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A6B20E-6FA3-977F-63B6-B40E80A19285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C6BEDD-9FD2-1533-9A27-FBAFEF1D697F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FF662A-9C1D-8752-5E62-ABCC0443E4A0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5134387-080B-311F-E5B2-9AADF3E3E8C8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056C30-B7A9-FFC8-82E5-8A5754242065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A1EED47-778C-DEBC-06C1-BD39589CD38F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EDE3678-30B0-6D7D-F358-52EDA3E9016A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B1985B5-7F27-C19D-779F-E5B4F811C907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1CE2C19-E898-F2BD-A21E-6FCAF1EFE6A3}"/>
              </a:ext>
            </a:extLst>
          </p:cNvPr>
          <p:cNvSpPr/>
          <p:nvPr/>
        </p:nvSpPr>
        <p:spPr>
          <a:xfrm>
            <a:off x="1118683" y="5685806"/>
            <a:ext cx="193263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2354A1-23A6-D34F-2773-52229BE78A00}"/>
              </a:ext>
            </a:extLst>
          </p:cNvPr>
          <p:cNvCxnSpPr>
            <a:stCxn id="12" idx="2"/>
          </p:cNvCxnSpPr>
          <p:nvPr/>
        </p:nvCxnSpPr>
        <p:spPr>
          <a:xfrm>
            <a:off x="3665319" y="1122810"/>
            <a:ext cx="2220" cy="50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F6B5574-D09C-7D1B-2CEB-7548383D169B}"/>
              </a:ext>
            </a:extLst>
          </p:cNvPr>
          <p:cNvSpPr txBox="1"/>
          <p:nvPr/>
        </p:nvSpPr>
        <p:spPr>
          <a:xfrm>
            <a:off x="3504637" y="5314241"/>
            <a:ext cx="275363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Every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must have a matching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 that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cs typeface="Consolas" panose="020B0609020204030204" pitchFamily="49" charset="0"/>
              </a:rPr>
              <a:t>de-allocates the memory when you’re done with it.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B3DB70-8DCF-6AE6-9D4F-5F94432275A8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8B7C59-D9AA-929D-930C-53F030404A79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3051313" y="5914406"/>
            <a:ext cx="45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F2ACA1C-883F-BC17-EC3F-E55221727AC9}"/>
              </a:ext>
            </a:extLst>
          </p:cNvPr>
          <p:cNvSpPr txBox="1"/>
          <p:nvPr/>
        </p:nvSpPr>
        <p:spPr>
          <a:xfrm>
            <a:off x="884327" y="2974681"/>
            <a:ext cx="288424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Since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was allocated with []-brackets, you must de-allocate it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delete[]</a:t>
            </a:r>
            <a:r>
              <a:rPr lang="en-US" dirty="0">
                <a:cs typeface="Consolas" panose="020B0609020204030204" pitchFamily="49" charset="0"/>
              </a:rPr>
              <a:t>. If you just wrote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, that’s an error.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116701-A0C6-E37F-EDFF-6BB55AA3608E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2326451" y="4452009"/>
            <a:ext cx="0" cy="1371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3E76F45-620A-7475-5C02-C2C97E8363B5}"/>
              </a:ext>
            </a:extLst>
          </p:cNvPr>
          <p:cNvSpPr txBox="1"/>
          <p:nvPr/>
        </p:nvSpPr>
        <p:spPr>
          <a:xfrm>
            <a:off x="7257615" y="5591239"/>
            <a:ext cx="275363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Forgetting delete[] causes a </a:t>
            </a:r>
            <a:r>
              <a:rPr lang="en-US" b="1" dirty="0">
                <a:cs typeface="Consolas" panose="020B0609020204030204" pitchFamily="49" charset="0"/>
              </a:rPr>
              <a:t>memory leak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E492C4-0E7E-37D6-E193-B57FA5BBB848}"/>
              </a:ext>
            </a:extLst>
          </p:cNvPr>
          <p:cNvCxnSpPr>
            <a:cxnSpLocks/>
            <a:stCxn id="66" idx="1"/>
            <a:endCxn id="21" idx="3"/>
          </p:cNvCxnSpPr>
          <p:nvPr/>
        </p:nvCxnSpPr>
        <p:spPr>
          <a:xfrm flipH="1">
            <a:off x="6258274" y="5914405"/>
            <a:ext cx="9993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353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A1B5-2C9A-8FF8-B3B6-1874A5E4B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FDD1-FACB-6E3B-EE5A-DBBC78B4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AB1D0-1ABC-CC9E-F9C0-221F932C690B}"/>
              </a:ext>
            </a:extLst>
          </p:cNvPr>
          <p:cNvSpPr txBox="1"/>
          <p:nvPr/>
        </p:nvSpPr>
        <p:spPr>
          <a:xfrm>
            <a:off x="387627" y="1292087"/>
            <a:ext cx="42627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a[0] = 7;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a[1] = -2;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a[2]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a[3]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a[4] = 0;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3D230F-8B81-9F3C-C3D4-F4584E04D86F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3661A2-09C4-D255-93F1-C4A04D6BA699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DF4344-B153-44C0-23C1-29FEC8D74643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CE5562-6F8C-7F63-1773-50DA86FC3C7B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B3BBBA-7CC6-E59C-4847-9CAD0E244C90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94A0F5-FF3B-3A05-658B-BFADC9E74285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DDD150-FD3C-A731-B993-E3553FA8E9C2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62FE1E-3594-F57C-AB05-21A0E262006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27813F-C6A1-36A2-DA8B-5E1ED8035386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CAC682-E289-3F62-3E6F-D800A2550718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649C6A-470A-113F-712D-1E2D9966B594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17AEF0-DD35-89F2-E417-3B0C136D4AEB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87D9E58-101A-9DCE-F80F-A7F82BF783C8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7EBF552-3694-A25E-5AF7-C8B031D65708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FAE914-0C9E-DB99-2C9D-A5C218DD1672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EEAD464-DFC3-00DD-E317-E7214ADAC223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D941206-BC21-1103-BF60-B4CE063FAA0B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90F635-696D-386D-F9C5-82D5E122677D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97FD3F-9D17-E636-90E9-4BFE5EACE1DF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577064-030F-4E92-0260-51B19F4B95DC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A26F8B44-A2A3-C50F-72BF-279CF6C84AB7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DACDA9-2AF9-5B77-1EE8-FE13AC12C59C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00F594-79F3-C926-9D9E-57EEDEB63E2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90F2B-C984-FFC4-7D84-BF2B75BBD59D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D062FE-2231-316B-AECE-796C0A2C03E1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F554E1-CBF4-FC6B-D485-5565B392BE78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38D7BB-3419-7D27-D0C0-61AF879721C9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B36A63-6BDD-AA4C-E9A8-08255F3BEDB4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14C0F50-67A7-9E0F-F3AF-EAC366F768E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7AFB61-4273-50A7-5E2B-290BD66BCF8D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220A83D-0FDD-2523-BBE6-5B21EFBB83E9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236F91-C22D-B14B-6D8E-6D92E4A95734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FE2F242-1DCF-5267-FAAF-619AEE4B221F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96C96E-A100-3B0E-5D76-CA5E3576526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79766C4-0A5B-1105-0B68-94B2A604045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42EFE69-070F-4225-83CE-8B4FCB7A2FC0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532BA-9644-EE27-CC73-CA34F7F0C43C}"/>
              </a:ext>
            </a:extLst>
          </p:cNvPr>
          <p:cNvSpPr txBox="1"/>
          <p:nvPr/>
        </p:nvSpPr>
        <p:spPr>
          <a:xfrm>
            <a:off x="2958507" y="2690664"/>
            <a:ext cx="283734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These statements assign the initial array values.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28DB7F-B3C9-C584-8159-F25641FE6904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B22730-0190-1AC2-72D3-593990134DB2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1776B9-1813-6BCD-D8D5-AC3936D5F5F0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20FA7A-52EF-8070-14D3-34C61C564370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3234E1-EB0D-E619-3D5A-A74FF09A06FE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99F3F7-CD9C-383B-EC2C-8E439E1D9C7F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F113B49-1986-8CC2-98E8-5598C0165452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6100C1-0710-FC5E-08AC-1CB59255F2B1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F5E42AA-CF5E-A3B7-3306-15056337E393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14F6118-9C57-ECAD-B17A-EB907F2E63C0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F88326A-31BC-02BC-C81E-2D48288DA8A4}"/>
              </a:ext>
            </a:extLst>
          </p:cNvPr>
          <p:cNvSpPr/>
          <p:nvPr/>
        </p:nvSpPr>
        <p:spPr>
          <a:xfrm>
            <a:off x="1041358" y="2081825"/>
            <a:ext cx="1804435" cy="1864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B6791-4BA6-FB35-BF2D-FE8BDC6E112A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4E371C-E889-0495-218A-BC1B39BA2A9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6E24A2-9C3E-9E26-97B9-CA7BB260DA2B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17791145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024C-5521-AD33-2E07-03654A1C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759E-1460-70AA-2843-99708C79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20582-FD2B-451C-C99C-F8B54184126B}"/>
              </a:ext>
            </a:extLst>
          </p:cNvPr>
          <p:cNvSpPr txBox="1"/>
          <p:nvPr/>
        </p:nvSpPr>
        <p:spPr>
          <a:xfrm>
            <a:off x="387627" y="1292087"/>
            <a:ext cx="562205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= new int[5] 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{7, -2, 4, 4, 0};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C95F99-F5B0-05A9-753E-651CE51070A8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542ED6-AC0E-F487-B295-566D03D6596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BFB401-76B2-B767-918B-14C26A65AFA9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D5A9E2-D09B-39A9-2728-7ACAEECA8825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5021BCC-1AB3-874C-6304-F934110E49FE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062464-A4A4-CB4A-29E1-9601BEA194B0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EA6DC6-06C3-23A1-DB38-EC97FBA7E5DD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B21A69-ECDA-069A-52DF-E089D4A4CEE8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42002C-99AB-3B95-DCFB-F2FBC85BCDBB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308913-AC86-1C39-24AE-1DF6FE219895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8AAA48-B8D0-B29E-24B2-D94BB10C80C6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9674AA-A4D9-B5D0-44C3-7C5502A3728B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5FB6D6-7643-D9F0-F044-78F6012F1B7D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6FDF144-6AC0-6AFC-1F03-5D6383520E55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769393-0C9E-9E24-52A9-B32B787C9DBD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5E381BF-41F1-E17D-8DC9-2C905D0D12A7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59FCD6-9A3F-9924-1122-14B29CF3ACF6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112BE0-DA03-4CF5-7B89-197780C376B1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BFDB744-A801-5FDA-C1A5-C0EE1DAE75A7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D71B11-33AA-691D-391B-5C244F64D6F0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1283AB1-EB9B-472C-133D-775D77A1C191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94E0F-7C51-B8BB-5FE8-59630B5BC363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DCBB89-94A4-112F-D09B-EA05BF3AF7B3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A12284-E94C-317D-D6FF-25081E7379C2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1A95A9-5E8A-41AF-0BA4-B4278407946F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EFE6A7-0CFE-6EF1-56D5-CB49AC1417CB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1EB5B2-FCC5-FB59-7AFC-B72499014ADF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900016-FC8E-7619-3939-0670CF564178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FC6E9F-2EBD-6C0A-34A9-60B2A3E4C37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EFF1462-9713-2680-1FBA-CE3F1777D155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5C799A9-8E66-964D-8AE2-5AE8221C0ED2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8442F49-31F5-1486-8EAC-D605247A1D46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B5381E8-DE0C-DA0C-3BE8-B099CFE7799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D416566-E6A4-0238-F67F-A3A53B2A9C1C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6B8FCB6-41C0-2110-BFE6-B647FEE04834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3EE2BC1-4F77-5B4B-80E5-C868D0A5A7CE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64232-D826-045F-7F3E-B735DEAFC69A}"/>
              </a:ext>
            </a:extLst>
          </p:cNvPr>
          <p:cNvSpPr txBox="1"/>
          <p:nvPr/>
        </p:nvSpPr>
        <p:spPr>
          <a:xfrm>
            <a:off x="1779980" y="2682068"/>
            <a:ext cx="283734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Or more compactly we can use this style.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E97D5A-0218-AFAC-897D-2DDF51944070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B7392-3EAD-818D-DAE2-5AC5FF49CE30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5FD562-66CB-E172-10B9-6E50D903FC31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C19C8F-8AD5-140C-85AC-1837BC5ADE30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5FE182-12AB-31A7-753C-0EA24230AA1D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D55122-78C0-AD20-72C9-CFCD7CE16D13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3A5AF6-1516-7DD1-6557-350A7B5F4D83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754028-01C2-8A92-84AD-22F4D01A08EE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1ECF601-65DF-5E3F-FF59-F81984D82E30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101AB6F-85E3-7A68-E1B7-A57140A843D6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EA3EFAB-2078-53FB-4B3B-E2AE3698F746}"/>
              </a:ext>
            </a:extLst>
          </p:cNvPr>
          <p:cNvSpPr/>
          <p:nvPr/>
        </p:nvSpPr>
        <p:spPr>
          <a:xfrm>
            <a:off x="1053548" y="1717992"/>
            <a:ext cx="4956131" cy="821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973F4-D806-5AD0-B3E1-33F30F8906EA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AA7D6D-647E-5AAC-F9BD-EF800F368A0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65CA8C-3748-847C-EEFB-0957AB3C3EA9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5576942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F1E2-46C1-ECDD-A072-18779E44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E153-B74F-15DD-259C-CC4F9F23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073D-7231-FB3A-1E91-234A90B3273A}"/>
              </a:ext>
            </a:extLst>
          </p:cNvPr>
          <p:cNvSpPr txBox="1"/>
          <p:nvPr/>
        </p:nvSpPr>
        <p:spPr>
          <a:xfrm>
            <a:off x="387627" y="1292087"/>
            <a:ext cx="579197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a[0] = 7;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a[1] = -2;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a[2]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a[3]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a[4] = 0;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] &lt;&lt; "\n";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B70E81F-33CE-A751-00DB-7220168EFDAC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5F0329-8B6F-A538-FE10-63FD2A888550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E0AA0-EBAA-FB48-CA8E-BC634DDE33AB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4525CBE-7B57-EBAC-92AB-C8DAE2743738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9870F6-B62C-3AE3-4D47-0675729DA39E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D55521-10F7-D326-D950-25193EC1D8D8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609B0C-8A54-7C8C-D2B7-8FDFBACB9DC0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8132C8-D8B4-59D0-4ED5-DE787FDBF4AA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050EB51-6406-F8CC-E1E8-7F48E6AA2731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46DCE0-4C6A-0380-76F3-F3899B20E7DD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15B74C9-E508-5A59-FB5A-510697CC4254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DC4094-4A78-F39C-3279-58C87BD9674D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EFBCD0-B668-EFC9-1933-D944BF12423E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3BD872-1BF4-8861-27E0-16A5388F256E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FD6BE2-0561-E2D7-A75E-EA0D4E1A6A1C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F8D836-FD76-4342-1D5C-4175B0A9D776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AA15EC-39AC-9A50-CAE8-514E14932195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43A3C5-52D9-E2FF-F0AE-F687B1C4D5B8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BA45CB-AD19-EF5F-9F69-226ACD256595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3FB805-D6C0-5FF2-F497-62D932A19CE2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D61D2C7-919E-34AF-D851-F9B158F541BE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7E7819-85ED-5D78-5BD8-1089D14C0FBD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579F31-4786-217C-E1A2-CB5602D7A6A7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64F38B-B4DA-561B-84D5-7573FA3AAB62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9A1FFD-828D-A836-3E26-2944C8D42288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31D994-B675-7605-0F31-A205D1E8B3F8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7B7206-5EB9-B2DB-8C51-7F2CC656F2FB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27F47C2-FE79-B1BF-81E0-B6C45D8C9C8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7410C99-9C5A-B0BE-255F-14833E6DAB58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C1F7CA-3165-4075-EA81-FB16D08426F8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C31026B-C25C-379A-E95A-E47A02175BE4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285C791-7872-8490-9295-87ECDA70B0C2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F4A8F69-7B27-6A1F-8C78-68958B34744C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118378B-927A-A67A-724F-694914D2BC2A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3FF6938-EFD1-32FF-9CA1-E42EC71E842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12BF12E-6C33-6FC2-033C-6985A54D8AEB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4F321-BCB9-3659-DC62-E2D0D368756F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7888E8-FD5C-BB34-CAC0-35044820EE13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3CBA22-E9F7-4990-3C83-14A3739765B4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5ED73F-01F6-0F70-C0A2-3AEA64F7ACD6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65DE79-531C-9899-F38D-C9490C0C089B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1ED4D1-62FB-DD74-EC68-D7C875EE50B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FAE9C1-5DF9-66EA-058C-D102BA9BA654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FB055B7-102A-C1EC-12F9-AB2A30460110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0ECDBAA-F2EC-A288-93C1-B30E9DC2D52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4F6057-B6C1-AE71-47F1-D8D5B501284D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067F264-9746-71A7-D0BE-F8C17E3FA1B3}"/>
              </a:ext>
            </a:extLst>
          </p:cNvPr>
          <p:cNvSpPr/>
          <p:nvPr/>
        </p:nvSpPr>
        <p:spPr>
          <a:xfrm>
            <a:off x="991662" y="4208799"/>
            <a:ext cx="5187935" cy="120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ED7C9-1073-B7D3-4827-62F00B72CBAD}"/>
              </a:ext>
            </a:extLst>
          </p:cNvPr>
          <p:cNvSpPr txBox="1"/>
          <p:nvPr/>
        </p:nvSpPr>
        <p:spPr>
          <a:xfrm>
            <a:off x="6519229" y="4304487"/>
            <a:ext cx="263253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can use array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the same way as when it was on the call stack.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CAFBC-2233-B2D2-4A8C-DBF444E0BA4F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BC65A7-CD44-B8D8-5A3C-59BF1D20C9B0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63F29A-8C45-961A-85FB-698F835F0D57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15056129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3FA5-CC53-DF86-5271-A0C7AFAE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F7CE-01BA-71E2-E3CD-40848D00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" y="-151710"/>
            <a:ext cx="1736035" cy="1325563"/>
          </a:xfrm>
        </p:spPr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CC0FB-6E9A-AB63-A5A1-D91326BAF37E}"/>
              </a:ext>
            </a:extLst>
          </p:cNvPr>
          <p:cNvSpPr txBox="1"/>
          <p:nvPr/>
        </p:nvSpPr>
        <p:spPr>
          <a:xfrm>
            <a:off x="387627" y="1292087"/>
            <a:ext cx="579197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void f() {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int* a = new int[5];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a[0] = 7;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a[1] = -2;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a[2]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a[3] = 4;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a[4] = 0;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 5;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a[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] &lt;&lt; "\n";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b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delete[] a;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DACE90-6526-A6DE-3960-0FDA290891A9}"/>
              </a:ext>
            </a:extLst>
          </p:cNvPr>
          <p:cNvGrpSpPr/>
          <p:nvPr/>
        </p:nvGrpSpPr>
        <p:grpSpPr>
          <a:xfrm>
            <a:off x="7650983" y="1292087"/>
            <a:ext cx="745332" cy="908384"/>
            <a:chOff x="7323795" y="1953363"/>
            <a:chExt cx="745332" cy="908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EFF79B-84C9-85F5-A308-08972FE2B6E5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F0570-97AE-476A-DA0C-680BE5B7D48A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BF6205-8BBE-21E4-E5F5-2EED02D919AE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6BD309-5379-DF40-A8E2-6B217E8A613D}"/>
              </a:ext>
            </a:extLst>
          </p:cNvPr>
          <p:cNvGrpSpPr/>
          <p:nvPr/>
        </p:nvGrpSpPr>
        <p:grpSpPr>
          <a:xfrm>
            <a:off x="8401372" y="1292087"/>
            <a:ext cx="745332" cy="908384"/>
            <a:chOff x="8074184" y="1953363"/>
            <a:chExt cx="745332" cy="9083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891132-FA2E-3281-B1A8-ED8DED882426}"/>
                </a:ext>
              </a:extLst>
            </p:cNvPr>
            <p:cNvSpPr txBox="1"/>
            <p:nvPr/>
          </p:nvSpPr>
          <p:spPr>
            <a:xfrm>
              <a:off x="8074184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-2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B1D565-EDB8-2EE4-418E-6DDDDA56F41B}"/>
                </a:ext>
              </a:extLst>
            </p:cNvPr>
            <p:cNvSpPr txBox="1"/>
            <p:nvPr/>
          </p:nvSpPr>
          <p:spPr>
            <a:xfrm>
              <a:off x="8074185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B1A056-9D0D-904E-F4DD-C8023F8A2AF4}"/>
                </a:ext>
              </a:extLst>
            </p:cNvPr>
            <p:cNvSpPr/>
            <p:nvPr/>
          </p:nvSpPr>
          <p:spPr>
            <a:xfrm>
              <a:off x="8074186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4D7EF1-5AD9-7D22-50C2-4AC212116CBA}"/>
              </a:ext>
            </a:extLst>
          </p:cNvPr>
          <p:cNvGrpSpPr/>
          <p:nvPr/>
        </p:nvGrpSpPr>
        <p:grpSpPr>
          <a:xfrm>
            <a:off x="9151760" y="1292087"/>
            <a:ext cx="745332" cy="908384"/>
            <a:chOff x="8824572" y="1953363"/>
            <a:chExt cx="745332" cy="9083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1AB4B2-A99F-4EE7-7CDF-6B77C0C020DD}"/>
                </a:ext>
              </a:extLst>
            </p:cNvPr>
            <p:cNvSpPr txBox="1"/>
            <p:nvPr/>
          </p:nvSpPr>
          <p:spPr>
            <a:xfrm>
              <a:off x="8824572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568014-6078-455C-DA2D-F3C56168C162}"/>
                </a:ext>
              </a:extLst>
            </p:cNvPr>
            <p:cNvSpPr txBox="1"/>
            <p:nvPr/>
          </p:nvSpPr>
          <p:spPr>
            <a:xfrm>
              <a:off x="8824573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6C7A31-ABBF-5F18-1F23-BE05462CD50B}"/>
                </a:ext>
              </a:extLst>
            </p:cNvPr>
            <p:cNvSpPr/>
            <p:nvPr/>
          </p:nvSpPr>
          <p:spPr>
            <a:xfrm>
              <a:off x="8824574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3FA0B7-2532-F54A-1DAF-0498B50646E5}"/>
              </a:ext>
            </a:extLst>
          </p:cNvPr>
          <p:cNvGrpSpPr/>
          <p:nvPr/>
        </p:nvGrpSpPr>
        <p:grpSpPr>
          <a:xfrm>
            <a:off x="9902148" y="1292087"/>
            <a:ext cx="745332" cy="908384"/>
            <a:chOff x="9574960" y="1953363"/>
            <a:chExt cx="745332" cy="90838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625195-13DB-6B88-D719-99DD75B6E024}"/>
                </a:ext>
              </a:extLst>
            </p:cNvPr>
            <p:cNvSpPr txBox="1"/>
            <p:nvPr/>
          </p:nvSpPr>
          <p:spPr>
            <a:xfrm>
              <a:off x="9574960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F09D31-27A1-CF2C-1973-AEEFEF60BC50}"/>
                </a:ext>
              </a:extLst>
            </p:cNvPr>
            <p:cNvSpPr txBox="1"/>
            <p:nvPr/>
          </p:nvSpPr>
          <p:spPr>
            <a:xfrm>
              <a:off x="9574961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8BE56D2-5321-B82B-18DA-406F32E2C509}"/>
                </a:ext>
              </a:extLst>
            </p:cNvPr>
            <p:cNvSpPr/>
            <p:nvPr/>
          </p:nvSpPr>
          <p:spPr>
            <a:xfrm>
              <a:off x="9574962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7C73897-CA59-0DDE-736C-491B4D965534}"/>
              </a:ext>
            </a:extLst>
          </p:cNvPr>
          <p:cNvGrpSpPr/>
          <p:nvPr/>
        </p:nvGrpSpPr>
        <p:grpSpPr>
          <a:xfrm>
            <a:off x="10652537" y="1292087"/>
            <a:ext cx="745332" cy="908384"/>
            <a:chOff x="10325349" y="1953363"/>
            <a:chExt cx="745332" cy="9083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747E29-F16C-B87E-4525-479EF86EE5B9}"/>
                </a:ext>
              </a:extLst>
            </p:cNvPr>
            <p:cNvSpPr txBox="1"/>
            <p:nvPr/>
          </p:nvSpPr>
          <p:spPr>
            <a:xfrm>
              <a:off x="10325349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ADE501-68CC-ED5E-50BB-6C9DB15DC0BE}"/>
                </a:ext>
              </a:extLst>
            </p:cNvPr>
            <p:cNvSpPr/>
            <p:nvPr/>
          </p:nvSpPr>
          <p:spPr>
            <a:xfrm>
              <a:off x="10325351" y="2266122"/>
              <a:ext cx="732892" cy="59562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D845A8-2D36-373F-2686-92380EBBF1E9}"/>
                </a:ext>
              </a:extLst>
            </p:cNvPr>
            <p:cNvSpPr txBox="1"/>
            <p:nvPr/>
          </p:nvSpPr>
          <p:spPr>
            <a:xfrm>
              <a:off x="10325350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47FEB84-C8F9-882C-29E9-B4725E69FB98}"/>
              </a:ext>
            </a:extLst>
          </p:cNvPr>
          <p:cNvSpPr txBox="1"/>
          <p:nvPr/>
        </p:nvSpPr>
        <p:spPr>
          <a:xfrm>
            <a:off x="8213348" y="511071"/>
            <a:ext cx="205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D223F-A516-8F62-37E6-F1CF205B195A}"/>
              </a:ext>
            </a:extLst>
          </p:cNvPr>
          <p:cNvSpPr txBox="1"/>
          <p:nvPr/>
        </p:nvSpPr>
        <p:spPr>
          <a:xfrm>
            <a:off x="765098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5A52EA-163D-7393-40DF-C9FC940D24DB}"/>
              </a:ext>
            </a:extLst>
          </p:cNvPr>
          <p:cNvSpPr txBox="1"/>
          <p:nvPr/>
        </p:nvSpPr>
        <p:spPr>
          <a:xfrm>
            <a:off x="841887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9822E3-C3FB-0378-1F3A-1FCA67F8A090}"/>
              </a:ext>
            </a:extLst>
          </p:cNvPr>
          <p:cNvSpPr txBox="1"/>
          <p:nvPr/>
        </p:nvSpPr>
        <p:spPr>
          <a:xfrm>
            <a:off x="9143051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a[2]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E973BC-9940-C295-0AD2-D47521C28AF8}"/>
              </a:ext>
            </a:extLst>
          </p:cNvPr>
          <p:cNvSpPr txBox="1"/>
          <p:nvPr/>
        </p:nvSpPr>
        <p:spPr>
          <a:xfrm>
            <a:off x="9910520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a[3]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DC98C4-10FC-873D-75CC-D0EB8800E8BB}"/>
              </a:ext>
            </a:extLst>
          </p:cNvPr>
          <p:cNvSpPr txBox="1"/>
          <p:nvPr/>
        </p:nvSpPr>
        <p:spPr>
          <a:xfrm>
            <a:off x="10666899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a[4]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67C47D-DDFE-877A-6CB8-5D7385B6D35C}"/>
              </a:ext>
            </a:extLst>
          </p:cNvPr>
          <p:cNvGrpSpPr/>
          <p:nvPr/>
        </p:nvGrpSpPr>
        <p:grpSpPr>
          <a:xfrm>
            <a:off x="6878680" y="1292087"/>
            <a:ext cx="745332" cy="908384"/>
            <a:chOff x="7323795" y="1953363"/>
            <a:chExt cx="745332" cy="9083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6C4C5A3-EC85-6A52-23EF-8BE2596F5807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0D184A-3951-9DCF-D271-3214BED82787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127F9D-286B-2B92-7F42-E4B80E0FDB59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173178A-7F65-9FA4-0D5C-EB4FF3875006}"/>
              </a:ext>
            </a:extLst>
          </p:cNvPr>
          <p:cNvSpPr txBox="1"/>
          <p:nvPr/>
        </p:nvSpPr>
        <p:spPr>
          <a:xfrm>
            <a:off x="6820978" y="2189266"/>
            <a:ext cx="862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a[-1]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A3DB2ED-E7A8-CCF2-B216-F349074B062E}"/>
              </a:ext>
            </a:extLst>
          </p:cNvPr>
          <p:cNvGrpSpPr/>
          <p:nvPr/>
        </p:nvGrpSpPr>
        <p:grpSpPr>
          <a:xfrm>
            <a:off x="11402923" y="1292087"/>
            <a:ext cx="745332" cy="908384"/>
            <a:chOff x="7323795" y="1953363"/>
            <a:chExt cx="745332" cy="90838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E3AE9C5-3CA3-054A-3661-E0A52BF6B952}"/>
                </a:ext>
              </a:extLst>
            </p:cNvPr>
            <p:cNvSpPr txBox="1"/>
            <p:nvPr/>
          </p:nvSpPr>
          <p:spPr>
            <a:xfrm>
              <a:off x="7323795" y="2379268"/>
              <a:ext cx="7328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747044-112F-412F-861B-C9C22221511B}"/>
                </a:ext>
              </a:extLst>
            </p:cNvPr>
            <p:cNvSpPr txBox="1"/>
            <p:nvPr/>
          </p:nvSpPr>
          <p:spPr>
            <a:xfrm>
              <a:off x="7323796" y="1953363"/>
              <a:ext cx="745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1D45DA-3E09-B0FC-F09E-2233CCF569DF}"/>
                </a:ext>
              </a:extLst>
            </p:cNvPr>
            <p:cNvSpPr/>
            <p:nvPr/>
          </p:nvSpPr>
          <p:spPr>
            <a:xfrm>
              <a:off x="7323797" y="2266122"/>
              <a:ext cx="732892" cy="5956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7059A7E3-ED0C-A1CB-D5BF-CB653C844C3A}"/>
              </a:ext>
            </a:extLst>
          </p:cNvPr>
          <p:cNvSpPr txBox="1"/>
          <p:nvPr/>
        </p:nvSpPr>
        <p:spPr>
          <a:xfrm>
            <a:off x="11402923" y="2200471"/>
            <a:ext cx="73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B71E5-7F62-C123-10C9-ACEDF4A08ED5}"/>
              </a:ext>
            </a:extLst>
          </p:cNvPr>
          <p:cNvSpPr txBox="1"/>
          <p:nvPr/>
        </p:nvSpPr>
        <p:spPr>
          <a:xfrm>
            <a:off x="2958507" y="2690664"/>
            <a:ext cx="283734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These statements assign the initial array values.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3FB09-5E29-7A3B-3254-0E48FCDDA00C}"/>
              </a:ext>
            </a:extLst>
          </p:cNvPr>
          <p:cNvSpPr txBox="1"/>
          <p:nvPr/>
        </p:nvSpPr>
        <p:spPr>
          <a:xfrm>
            <a:off x="645453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5B81F9-C45A-0FBA-FB5D-C81A871AF724}"/>
              </a:ext>
            </a:extLst>
          </p:cNvPr>
          <p:cNvSpPr txBox="1"/>
          <p:nvPr/>
        </p:nvSpPr>
        <p:spPr>
          <a:xfrm>
            <a:off x="757526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+ 1)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DC2E48-8B24-287E-CAB1-DD1CF6308C69}"/>
              </a:ext>
            </a:extLst>
          </p:cNvPr>
          <p:cNvSpPr txBox="1"/>
          <p:nvPr/>
        </p:nvSpPr>
        <p:spPr>
          <a:xfrm>
            <a:off x="869599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FE7411-6B52-435A-1D57-974ED139C73F}"/>
              </a:ext>
            </a:extLst>
          </p:cNvPr>
          <p:cNvSpPr txBox="1"/>
          <p:nvPr/>
        </p:nvSpPr>
        <p:spPr>
          <a:xfrm>
            <a:off x="9816722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062161-5913-55C0-8D9E-2DA0E26A32A7}"/>
              </a:ext>
            </a:extLst>
          </p:cNvPr>
          <p:cNvSpPr txBox="1"/>
          <p:nvPr/>
        </p:nvSpPr>
        <p:spPr>
          <a:xfrm>
            <a:off x="10937453" y="3328399"/>
            <a:ext cx="1157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*(a + 4)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DE3B96E-8F7F-AACA-F1FB-7A458DF4F1BF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7033052" y="2200471"/>
            <a:ext cx="708531" cy="1127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3B2B6E9-8DE1-0FC8-8884-C2DB255BD405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153782" y="2211676"/>
            <a:ext cx="365459" cy="111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7084CA1-A6A2-DBA6-DDBE-018761E9343F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240713" y="2220538"/>
            <a:ext cx="33799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E52D740-F88B-0C67-12E7-228B4F1B9DCE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0395242" y="2276671"/>
            <a:ext cx="120358" cy="1051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13A276E-9110-E96B-9D0F-1BC430B385E3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11300791" y="2220538"/>
            <a:ext cx="215182" cy="1107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89444A3-B62F-D874-99AF-939CA17D0AA8}"/>
              </a:ext>
            </a:extLst>
          </p:cNvPr>
          <p:cNvSpPr/>
          <p:nvPr/>
        </p:nvSpPr>
        <p:spPr>
          <a:xfrm>
            <a:off x="1041358" y="2081825"/>
            <a:ext cx="1804435" cy="1864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54FC4-110E-7FAF-4099-C40331E7FDCA}"/>
              </a:ext>
            </a:extLst>
          </p:cNvPr>
          <p:cNvSpPr txBox="1"/>
          <p:nvPr/>
        </p:nvSpPr>
        <p:spPr>
          <a:xfrm>
            <a:off x="6519228" y="4304487"/>
            <a:ext cx="333380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Array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cs typeface="Consolas" panose="020B0609020204030204" pitchFamily="49" charset="0"/>
              </a:rPr>
              <a:t> is accessed using the same techniques we saw for arrays on the call stack.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3CDB7-0BF1-D42A-ECC7-EAE8595D2D02}"/>
              </a:ext>
            </a:extLst>
          </p:cNvPr>
          <p:cNvSpPr txBox="1"/>
          <p:nvPr/>
        </p:nvSpPr>
        <p:spPr>
          <a:xfrm>
            <a:off x="5814126" y="37760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660D1E-1712-8404-3C06-1C33A1548B5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168710" y="608440"/>
            <a:ext cx="1572873" cy="99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A00DD6F-0C0C-87F8-16C3-DCD88D955939}"/>
              </a:ext>
            </a:extLst>
          </p:cNvPr>
          <p:cNvSpPr txBox="1"/>
          <p:nvPr/>
        </p:nvSpPr>
        <p:spPr>
          <a:xfrm>
            <a:off x="5198276" y="82729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Memory</a:t>
            </a:r>
          </a:p>
        </p:txBody>
      </p:sp>
    </p:spTree>
    <p:extLst>
      <p:ext uri="{BB962C8B-B14F-4D97-AF65-F5344CB8AC3E}">
        <p14:creationId xmlns:p14="http://schemas.microsoft.com/office/powerpoint/2010/main" val="23386668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D973-A275-F264-3AB9-6DF03F53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49E83-8F4B-A315-FA9F-2F9A15C1DEC2}"/>
              </a:ext>
            </a:extLst>
          </p:cNvPr>
          <p:cNvSpPr txBox="1"/>
          <p:nvPr/>
        </p:nvSpPr>
        <p:spPr>
          <a:xfrm>
            <a:off x="974035" y="3160644"/>
            <a:ext cx="358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string* a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char*   b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double* c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10B63-BC07-C20E-5CAB-17A63C0404B3}"/>
              </a:ext>
            </a:extLst>
          </p:cNvPr>
          <p:cNvSpPr txBox="1"/>
          <p:nvPr/>
        </p:nvSpPr>
        <p:spPr>
          <a:xfrm>
            <a:off x="1073425" y="1690688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Any C++ pointer can be assigned the special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, meaning the pointer does not point to any address.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EC8D65-0A15-0F91-2775-BE2E5FA6B496}"/>
              </a:ext>
            </a:extLst>
          </p:cNvPr>
          <p:cNvGrpSpPr/>
          <p:nvPr/>
        </p:nvGrpSpPr>
        <p:grpSpPr>
          <a:xfrm rot="16200000">
            <a:off x="8398564" y="2112582"/>
            <a:ext cx="248479" cy="129209"/>
            <a:chOff x="7504043" y="1997765"/>
            <a:chExt cx="689114" cy="29971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7EAF0D-3C06-3E84-230A-1F431E4DC8FF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5D0B45-EE00-49F2-27A5-7EC02910982D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7548A6-ED96-5E9B-46A7-09FF2D565C9C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9521896-AACD-0A04-4AF7-588FCB0D901F}"/>
              </a:ext>
            </a:extLst>
          </p:cNvPr>
          <p:cNvSpPr txBox="1"/>
          <p:nvPr/>
        </p:nvSpPr>
        <p:spPr>
          <a:xfrm>
            <a:off x="6530009" y="17989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31E700-0F3B-AEF9-5E70-D9AB8EF3B03D}"/>
              </a:ext>
            </a:extLst>
          </p:cNvPr>
          <p:cNvCxnSpPr>
            <a:stCxn id="17" idx="3"/>
          </p:cNvCxnSpPr>
          <p:nvPr/>
        </p:nvCxnSpPr>
        <p:spPr>
          <a:xfrm>
            <a:off x="6884593" y="2029816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040EAE-7CA5-78BC-2572-031DF33B67B7}"/>
              </a:ext>
            </a:extLst>
          </p:cNvPr>
          <p:cNvGrpSpPr/>
          <p:nvPr/>
        </p:nvGrpSpPr>
        <p:grpSpPr>
          <a:xfrm rot="16200000">
            <a:off x="8398564" y="3032466"/>
            <a:ext cx="248479" cy="129209"/>
            <a:chOff x="7504043" y="1997765"/>
            <a:chExt cx="689114" cy="29971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7B6945-31E7-5690-B28C-07445420FED6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7E6CF5-9160-19DE-EC15-11B676451C04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27920E-C004-5D0B-FF84-12240AB165C4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218E32B-F954-D032-7A60-238201BB5885}"/>
              </a:ext>
            </a:extLst>
          </p:cNvPr>
          <p:cNvSpPr txBox="1"/>
          <p:nvPr/>
        </p:nvSpPr>
        <p:spPr>
          <a:xfrm>
            <a:off x="6530009" y="27188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FE8BB9-83C9-38CD-E070-9D869E1C5809}"/>
              </a:ext>
            </a:extLst>
          </p:cNvPr>
          <p:cNvCxnSpPr>
            <a:stCxn id="24" idx="3"/>
          </p:cNvCxnSpPr>
          <p:nvPr/>
        </p:nvCxnSpPr>
        <p:spPr>
          <a:xfrm>
            <a:off x="6884593" y="2949700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BC7C33-6D3E-2C81-85C4-1C407FD78F25}"/>
              </a:ext>
            </a:extLst>
          </p:cNvPr>
          <p:cNvGrpSpPr/>
          <p:nvPr/>
        </p:nvGrpSpPr>
        <p:grpSpPr>
          <a:xfrm rot="16200000">
            <a:off x="8463168" y="3952350"/>
            <a:ext cx="248479" cy="129209"/>
            <a:chOff x="7504043" y="1997765"/>
            <a:chExt cx="689114" cy="29971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DF559B-F805-E0E5-ADB0-0C43ECE7DD6B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15A705A-F6BF-0A48-9B2D-A2ABEB29BB22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395BC86-B65A-114D-6BE6-2128C6CEF0D8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E4A2327-EF5C-48CD-68B5-6B8C8E61941F}"/>
              </a:ext>
            </a:extLst>
          </p:cNvPr>
          <p:cNvSpPr txBox="1"/>
          <p:nvPr/>
        </p:nvSpPr>
        <p:spPr>
          <a:xfrm>
            <a:off x="6594613" y="363875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B8949D-8BC6-275A-BE25-FD4B27A7B6AE}"/>
              </a:ext>
            </a:extLst>
          </p:cNvPr>
          <p:cNvCxnSpPr>
            <a:stCxn id="30" idx="3"/>
          </p:cNvCxnSpPr>
          <p:nvPr/>
        </p:nvCxnSpPr>
        <p:spPr>
          <a:xfrm>
            <a:off x="6949197" y="3869584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715778-898B-AD02-6158-3935FFBFB655}"/>
              </a:ext>
            </a:extLst>
          </p:cNvPr>
          <p:cNvSpPr txBox="1"/>
          <p:nvPr/>
        </p:nvSpPr>
        <p:spPr>
          <a:xfrm>
            <a:off x="8123583" y="433689"/>
            <a:ext cx="323021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the “ground” symbol from electronics. In computer since, it means a null pointer.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D3E3FE-66C8-575C-CEE3-26A53ACAD3E8}"/>
              </a:ext>
            </a:extLst>
          </p:cNvPr>
          <p:cNvCxnSpPr>
            <a:stCxn id="32" idx="2"/>
          </p:cNvCxnSpPr>
          <p:nvPr/>
        </p:nvCxnSpPr>
        <p:spPr>
          <a:xfrm flipH="1">
            <a:off x="8587407" y="1357019"/>
            <a:ext cx="1151285" cy="695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940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2FBD-8E2A-F446-B83D-98555472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7879-7E7F-A7E0-2C84-6C9316B8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2C200-0377-E51C-CEAC-BACD94B28BC8}"/>
              </a:ext>
            </a:extLst>
          </p:cNvPr>
          <p:cNvSpPr txBox="1"/>
          <p:nvPr/>
        </p:nvSpPr>
        <p:spPr>
          <a:xfrm>
            <a:off x="974035" y="3160644"/>
            <a:ext cx="358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string* a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char*   b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double* c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647F7-FDEB-E668-2B1E-CB5BEFC29923}"/>
              </a:ext>
            </a:extLst>
          </p:cNvPr>
          <p:cNvSpPr txBox="1"/>
          <p:nvPr/>
        </p:nvSpPr>
        <p:spPr>
          <a:xfrm>
            <a:off x="1073425" y="1690688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Any C++ pointer can be assigned the special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, meaning the pointer does not point to any address.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C5ECD-46B2-6635-53C6-61A802774D71}"/>
              </a:ext>
            </a:extLst>
          </p:cNvPr>
          <p:cNvSpPr txBox="1"/>
          <p:nvPr/>
        </p:nvSpPr>
        <p:spPr>
          <a:xfrm>
            <a:off x="974035" y="4944096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Note</a:t>
            </a:r>
            <a:r>
              <a:rPr lang="en-US" dirty="0">
                <a:cs typeface="Consolas" panose="020B0609020204030204" pitchFamily="49" charset="0"/>
              </a:rPr>
              <a:t>: Older versions of C++ use 0 instead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. You should 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: it’s intent is clearer than writing 0.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DBF852-5BD7-CAAB-0E79-F153EE45C4AE}"/>
              </a:ext>
            </a:extLst>
          </p:cNvPr>
          <p:cNvGrpSpPr/>
          <p:nvPr/>
        </p:nvGrpSpPr>
        <p:grpSpPr>
          <a:xfrm rot="16200000">
            <a:off x="8398564" y="2112582"/>
            <a:ext cx="248479" cy="129209"/>
            <a:chOff x="7504043" y="1997765"/>
            <a:chExt cx="689114" cy="29971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A61B99-A25D-D130-A2EB-0D626A85D014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5AAA4E2-9658-ED0C-E9E9-E69B6E1F5925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C22CC1C-BD61-5CB7-87D8-DA8AA1619BB1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ABD4700-322A-A1A3-00F6-ED078355E9E0}"/>
              </a:ext>
            </a:extLst>
          </p:cNvPr>
          <p:cNvSpPr txBox="1"/>
          <p:nvPr/>
        </p:nvSpPr>
        <p:spPr>
          <a:xfrm>
            <a:off x="6530009" y="17989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00A82B-0558-0D7A-6C6A-B6777F0C934E}"/>
              </a:ext>
            </a:extLst>
          </p:cNvPr>
          <p:cNvCxnSpPr>
            <a:stCxn id="17" idx="3"/>
          </p:cNvCxnSpPr>
          <p:nvPr/>
        </p:nvCxnSpPr>
        <p:spPr>
          <a:xfrm>
            <a:off x="6884593" y="2029816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78DD78-C4A4-A79E-D2C5-A00294C4B9B7}"/>
              </a:ext>
            </a:extLst>
          </p:cNvPr>
          <p:cNvGrpSpPr/>
          <p:nvPr/>
        </p:nvGrpSpPr>
        <p:grpSpPr>
          <a:xfrm rot="16200000">
            <a:off x="8398564" y="3032466"/>
            <a:ext cx="248479" cy="129209"/>
            <a:chOff x="7504043" y="1997765"/>
            <a:chExt cx="689114" cy="29971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9DB99C-9343-E937-7618-29DAAEADC792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B24263-EDD3-28A5-0F5A-DAE258F407D7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D8CADC-C88B-197E-76E4-99275C985BAC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D40543C-283F-0494-1CB5-CA2CA6AFF9DD}"/>
              </a:ext>
            </a:extLst>
          </p:cNvPr>
          <p:cNvSpPr txBox="1"/>
          <p:nvPr/>
        </p:nvSpPr>
        <p:spPr>
          <a:xfrm>
            <a:off x="6530009" y="27188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7F00A1-1166-44EF-DB85-6D51CD1DBD90}"/>
              </a:ext>
            </a:extLst>
          </p:cNvPr>
          <p:cNvCxnSpPr>
            <a:stCxn id="24" idx="3"/>
          </p:cNvCxnSpPr>
          <p:nvPr/>
        </p:nvCxnSpPr>
        <p:spPr>
          <a:xfrm>
            <a:off x="6884593" y="2949700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24A9E9-9E6B-A7CB-A4C2-3F70F42BF6A1}"/>
              </a:ext>
            </a:extLst>
          </p:cNvPr>
          <p:cNvGrpSpPr/>
          <p:nvPr/>
        </p:nvGrpSpPr>
        <p:grpSpPr>
          <a:xfrm rot="16200000">
            <a:off x="8463168" y="3952350"/>
            <a:ext cx="248479" cy="129209"/>
            <a:chOff x="7504043" y="1997765"/>
            <a:chExt cx="689114" cy="29971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66D5533-3EDC-F6DE-7965-B959C111F433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C0850DB-5FC8-8CEE-C561-135F932F190C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CDF3CC7-9CDF-1C5F-A236-6139E67557F9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E0F6E10-104F-EAA5-0D0B-96933251738D}"/>
              </a:ext>
            </a:extLst>
          </p:cNvPr>
          <p:cNvSpPr txBox="1"/>
          <p:nvPr/>
        </p:nvSpPr>
        <p:spPr>
          <a:xfrm>
            <a:off x="6594613" y="363875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87489DE-E0F1-40B3-E15E-1AF8746C83CB}"/>
              </a:ext>
            </a:extLst>
          </p:cNvPr>
          <p:cNvCxnSpPr>
            <a:stCxn id="30" idx="3"/>
          </p:cNvCxnSpPr>
          <p:nvPr/>
        </p:nvCxnSpPr>
        <p:spPr>
          <a:xfrm>
            <a:off x="6949197" y="3869584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DB4A75E-3A2A-F878-0C62-8FAF1A442ABF}"/>
              </a:ext>
            </a:extLst>
          </p:cNvPr>
          <p:cNvSpPr txBox="1"/>
          <p:nvPr/>
        </p:nvSpPr>
        <p:spPr>
          <a:xfrm>
            <a:off x="8123583" y="433689"/>
            <a:ext cx="323021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the “ground” symbol from electronics. In computer since, it means a null pointer.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7B004E-7844-F73F-A4E2-1360A28E437C}"/>
              </a:ext>
            </a:extLst>
          </p:cNvPr>
          <p:cNvCxnSpPr>
            <a:stCxn id="32" idx="2"/>
          </p:cNvCxnSpPr>
          <p:nvPr/>
        </p:nvCxnSpPr>
        <p:spPr>
          <a:xfrm flipH="1">
            <a:off x="8587407" y="1357019"/>
            <a:ext cx="1151285" cy="695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2676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A96F0-906B-D305-94C2-A4F843B3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47EE-A791-FE60-5CFD-A12EB4C4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80410-B84A-0A55-5DEF-C10CBB2DF887}"/>
              </a:ext>
            </a:extLst>
          </p:cNvPr>
          <p:cNvSpPr txBox="1"/>
          <p:nvPr/>
        </p:nvSpPr>
        <p:spPr>
          <a:xfrm>
            <a:off x="974035" y="3160644"/>
            <a:ext cx="3583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string* a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char*   b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double* c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F8B10-F7DA-0FAF-2305-7ED22C187A6A}"/>
              </a:ext>
            </a:extLst>
          </p:cNvPr>
          <p:cNvSpPr txBox="1"/>
          <p:nvPr/>
        </p:nvSpPr>
        <p:spPr>
          <a:xfrm>
            <a:off x="1073425" y="1690688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Any C++ pointer can be assigned the special value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, meaning the pointer does not point to any address.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6C623-191F-7D64-AED4-38AD5339E4F1}"/>
              </a:ext>
            </a:extLst>
          </p:cNvPr>
          <p:cNvSpPr txBox="1"/>
          <p:nvPr/>
        </p:nvSpPr>
        <p:spPr>
          <a:xfrm>
            <a:off x="974035" y="4944096"/>
            <a:ext cx="323021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Note</a:t>
            </a:r>
            <a:r>
              <a:rPr lang="en-US" dirty="0">
                <a:cs typeface="Consolas" panose="020B0609020204030204" pitchFamily="49" charset="0"/>
              </a:rPr>
              <a:t>: Older versions of C++ use 0 instead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. You should 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dirty="0">
                <a:cs typeface="Consolas" panose="020B0609020204030204" pitchFamily="49" charset="0"/>
              </a:rPr>
              <a:t>: it’s intent is clearer than writing 0.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116F6A-5536-8D57-0AE0-476D2E568672}"/>
              </a:ext>
            </a:extLst>
          </p:cNvPr>
          <p:cNvGrpSpPr/>
          <p:nvPr/>
        </p:nvGrpSpPr>
        <p:grpSpPr>
          <a:xfrm rot="16200000">
            <a:off x="8398564" y="2112582"/>
            <a:ext cx="248479" cy="129209"/>
            <a:chOff x="7504043" y="1997765"/>
            <a:chExt cx="689114" cy="29971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7CB1135-F52F-4E79-76B8-3F9FC0A5F40A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D8C400-5E88-7914-57A0-889E202F452A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D3D511-9C62-4795-C497-92AA7C96C844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F7772FB-3AEC-056C-41DF-1900F76C9AAF}"/>
              </a:ext>
            </a:extLst>
          </p:cNvPr>
          <p:cNvSpPr txBox="1"/>
          <p:nvPr/>
        </p:nvSpPr>
        <p:spPr>
          <a:xfrm>
            <a:off x="6530009" y="179898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499AA9-FDB1-FD50-5745-3CD34377461B}"/>
              </a:ext>
            </a:extLst>
          </p:cNvPr>
          <p:cNvCxnSpPr>
            <a:stCxn id="17" idx="3"/>
          </p:cNvCxnSpPr>
          <p:nvPr/>
        </p:nvCxnSpPr>
        <p:spPr>
          <a:xfrm>
            <a:off x="6884593" y="2029816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CDEF35-3913-8B6F-A336-61AF438F20D6}"/>
              </a:ext>
            </a:extLst>
          </p:cNvPr>
          <p:cNvGrpSpPr/>
          <p:nvPr/>
        </p:nvGrpSpPr>
        <p:grpSpPr>
          <a:xfrm rot="16200000">
            <a:off x="8398564" y="3032466"/>
            <a:ext cx="248479" cy="129209"/>
            <a:chOff x="7504043" y="1997765"/>
            <a:chExt cx="689114" cy="29971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A654B3F-D7E5-24DD-780C-6CFE636991DC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51A1AFD-BD7F-A19F-C96B-4BD2D212B4FA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CD8BEB8-2ED5-743A-84D7-0B0788E4834D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BFE5CDE-8F63-74B1-DEAA-353F6034F3D5}"/>
              </a:ext>
            </a:extLst>
          </p:cNvPr>
          <p:cNvSpPr txBox="1"/>
          <p:nvPr/>
        </p:nvSpPr>
        <p:spPr>
          <a:xfrm>
            <a:off x="6530009" y="27188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CC9351-4CC7-DBF8-2734-315139270FAA}"/>
              </a:ext>
            </a:extLst>
          </p:cNvPr>
          <p:cNvCxnSpPr>
            <a:stCxn id="24" idx="3"/>
          </p:cNvCxnSpPr>
          <p:nvPr/>
        </p:nvCxnSpPr>
        <p:spPr>
          <a:xfrm>
            <a:off x="6884593" y="2949700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D2E428-E1C8-CFD9-0E69-0798D4D97C64}"/>
              </a:ext>
            </a:extLst>
          </p:cNvPr>
          <p:cNvGrpSpPr/>
          <p:nvPr/>
        </p:nvGrpSpPr>
        <p:grpSpPr>
          <a:xfrm rot="16200000">
            <a:off x="8463168" y="3952350"/>
            <a:ext cx="248479" cy="129209"/>
            <a:chOff x="7504043" y="1997765"/>
            <a:chExt cx="689114" cy="29971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4566447-7238-5A11-1FE4-19DDD4412CDA}"/>
                </a:ext>
              </a:extLst>
            </p:cNvPr>
            <p:cNvCxnSpPr>
              <a:cxnSpLocks/>
            </p:cNvCxnSpPr>
            <p:nvPr/>
          </p:nvCxnSpPr>
          <p:spPr>
            <a:xfrm>
              <a:off x="7504043" y="1997765"/>
              <a:ext cx="6891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9461E4D-0563-86F4-D7BF-0323CC5BFE8C}"/>
                </a:ext>
              </a:extLst>
            </p:cNvPr>
            <p:cNvCxnSpPr>
              <a:cxnSpLocks/>
            </p:cNvCxnSpPr>
            <p:nvPr/>
          </p:nvCxnSpPr>
          <p:spPr>
            <a:xfrm>
              <a:off x="7596809" y="2147622"/>
              <a:ext cx="5035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31C885-B4A0-C6E0-1198-294132524965}"/>
                </a:ext>
              </a:extLst>
            </p:cNvPr>
            <p:cNvCxnSpPr>
              <a:cxnSpLocks/>
            </p:cNvCxnSpPr>
            <p:nvPr/>
          </p:nvCxnSpPr>
          <p:spPr>
            <a:xfrm>
              <a:off x="7689574" y="2297479"/>
              <a:ext cx="31805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7973C10-2A9B-E8AC-1A8B-A8DBA3D4DC45}"/>
              </a:ext>
            </a:extLst>
          </p:cNvPr>
          <p:cNvSpPr txBox="1"/>
          <p:nvPr/>
        </p:nvSpPr>
        <p:spPr>
          <a:xfrm>
            <a:off x="6594613" y="363875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7BF310-3C17-9D51-9829-ABBD6AB8E96B}"/>
              </a:ext>
            </a:extLst>
          </p:cNvPr>
          <p:cNvCxnSpPr>
            <a:stCxn id="30" idx="3"/>
          </p:cNvCxnSpPr>
          <p:nvPr/>
        </p:nvCxnSpPr>
        <p:spPr>
          <a:xfrm>
            <a:off x="6949197" y="3869584"/>
            <a:ext cx="1573606" cy="147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C4D315B-4493-9BCC-E12E-1E03160588A2}"/>
              </a:ext>
            </a:extLst>
          </p:cNvPr>
          <p:cNvSpPr txBox="1"/>
          <p:nvPr/>
        </p:nvSpPr>
        <p:spPr>
          <a:xfrm>
            <a:off x="8123583" y="433689"/>
            <a:ext cx="323021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is the “ground” symbol from electronics. In computer since, it means a null pointer.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54D02E-5D3A-D2A3-6DD7-781E3A083E3F}"/>
              </a:ext>
            </a:extLst>
          </p:cNvPr>
          <p:cNvCxnSpPr>
            <a:stCxn id="32" idx="2"/>
          </p:cNvCxnSpPr>
          <p:nvPr/>
        </p:nvCxnSpPr>
        <p:spPr>
          <a:xfrm flipH="1">
            <a:off x="8587407" y="1357019"/>
            <a:ext cx="1151285" cy="695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62BBFB-8B8A-11D0-1415-332A5C7E46C2}"/>
              </a:ext>
            </a:extLst>
          </p:cNvPr>
          <p:cNvSpPr txBox="1"/>
          <p:nvPr/>
        </p:nvSpPr>
        <p:spPr>
          <a:xfrm>
            <a:off x="5830081" y="4970287"/>
            <a:ext cx="2828108" cy="1200329"/>
          </a:xfrm>
          <a:prstGeom prst="rect">
            <a:avLst/>
          </a:prstGeom>
          <a:solidFill>
            <a:schemeClr val="accent2">
              <a:lumMod val="40000"/>
              <a:lumOff val="60000"/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Consolas" panose="020B0609020204030204" pitchFamily="49" charset="0"/>
              </a:rPr>
              <a:t>Important</a:t>
            </a:r>
          </a:p>
          <a:p>
            <a:pPr algn="ctr"/>
            <a:r>
              <a:rPr lang="en-US" b="1" dirty="0">
                <a:cs typeface="Consolas" panose="020B0609020204030204" pitchFamily="49" charset="0"/>
              </a:rPr>
              <a:t>Never</a:t>
            </a:r>
            <a:r>
              <a:rPr lang="en-US" dirty="0">
                <a:cs typeface="Consolas" panose="020B0609020204030204" pitchFamily="49" charset="0"/>
              </a:rPr>
              <a:t> de-reference a null pointer, e.g.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*a</a:t>
            </a:r>
            <a:r>
              <a:rPr lang="en-US" dirty="0">
                <a:cs typeface="Consolas" panose="020B0609020204030204" pitchFamily="49" charset="0"/>
              </a:rPr>
              <a:t> is an error if 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==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1781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B3D7-70C0-6450-053E-5EA864B5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445C-F5CE-73C9-E2C2-9D3A2CC2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5D2EE-29A7-158C-648B-F2321B9F6DAB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22D31-75C7-D982-6E7F-AECA1A6DB2F2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E66D9-294C-9118-7B78-D3B88D8E7ABF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33A0D-8E9B-0230-584C-4E2C08F9166C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B8E69-19D8-8B1E-A318-B5C8FC842E61}"/>
              </a:ext>
            </a:extLst>
          </p:cNvPr>
          <p:cNvSpPr txBox="1"/>
          <p:nvPr/>
        </p:nvSpPr>
        <p:spPr>
          <a:xfrm>
            <a:off x="9448321" y="1025674"/>
            <a:ext cx="8643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x: 3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y: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F03F55-D09F-AD32-D82E-F89101AE159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115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38E734-36D2-8DEA-2A94-FD7D0AE47B39}"/>
              </a:ext>
            </a:extLst>
          </p:cNvPr>
          <p:cNvSpPr/>
          <p:nvPr/>
        </p:nvSpPr>
        <p:spPr>
          <a:xfrm>
            <a:off x="705679" y="1383368"/>
            <a:ext cx="4772460" cy="544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A752D-37D9-6080-7752-168D3A502C3B}"/>
              </a:ext>
            </a:extLst>
          </p:cNvPr>
          <p:cNvSpPr txBox="1"/>
          <p:nvPr/>
        </p:nvSpPr>
        <p:spPr>
          <a:xfrm>
            <a:off x="6096001" y="2009778"/>
            <a:ext cx="29983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This creates a new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>
                <a:cs typeface="Consolas" panose="020B0609020204030204" pitchFamily="49" charset="0"/>
              </a:rPr>
              <a:t> object on the free store.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732505-F106-2152-EE1F-3243AE9CDB8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478138" y="1928191"/>
            <a:ext cx="617863" cy="404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E7C434-50BA-6656-F653-1AC66558FB86}"/>
              </a:ext>
            </a:extLst>
          </p:cNvPr>
          <p:cNvSpPr txBox="1"/>
          <p:nvPr/>
        </p:nvSpPr>
        <p:spPr>
          <a:xfrm>
            <a:off x="9448321" y="1873743"/>
            <a:ext cx="86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31468004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1983-1593-2BFA-47BA-721A254F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38CE-50F2-DD07-812A-6483A46C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EF31B-BED6-96BF-6CAD-7A689541C9A1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B37F3-6F16-BF9B-9CDD-E91E4FB42FB6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5E0B8-F387-6F0C-BF62-03ACD2BE080D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0D360-6A26-4D8C-F1FF-B97C6D512237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7B722-E375-4739-F824-86EEBBA66963}"/>
              </a:ext>
            </a:extLst>
          </p:cNvPr>
          <p:cNvSpPr txBox="1"/>
          <p:nvPr/>
        </p:nvSpPr>
        <p:spPr>
          <a:xfrm>
            <a:off x="9448321" y="1025674"/>
            <a:ext cx="8643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x: 3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y: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83D783-B5DC-E6BF-69B7-91A60BED526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115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06E17A-44D2-0E79-CC91-0A1AE9E2EB31}"/>
              </a:ext>
            </a:extLst>
          </p:cNvPr>
          <p:cNvSpPr/>
          <p:nvPr/>
        </p:nvSpPr>
        <p:spPr>
          <a:xfrm>
            <a:off x="705678" y="6159329"/>
            <a:ext cx="1789044" cy="544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3B618-ABC7-618C-1ACB-DBF2C255993C}"/>
              </a:ext>
            </a:extLst>
          </p:cNvPr>
          <p:cNvSpPr txBox="1"/>
          <p:nvPr/>
        </p:nvSpPr>
        <p:spPr>
          <a:xfrm>
            <a:off x="3511826" y="5269813"/>
            <a:ext cx="258417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Every call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dirty="0">
                <a:cs typeface="Consolas" panose="020B0609020204030204" pitchFamily="49" charset="0"/>
              </a:rPr>
              <a:t> should have a matching call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BD7A59-A4E9-E9B4-1129-BACDE3792C9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494722" y="5731478"/>
            <a:ext cx="1017104" cy="427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22870AA-DFB5-1463-CE10-9FF5251E62A8}"/>
              </a:ext>
            </a:extLst>
          </p:cNvPr>
          <p:cNvSpPr txBox="1"/>
          <p:nvPr/>
        </p:nvSpPr>
        <p:spPr>
          <a:xfrm>
            <a:off x="9448321" y="1873743"/>
            <a:ext cx="86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8028146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97C3-7F86-23D7-1136-CC848BDF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1E27-712D-5FA5-DA8D-C7F64A77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1E60C-FFC8-DE14-AA56-44CD423E26C6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(*p).x;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(*p).y;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12679-F175-A7D3-D385-E1F8A17233BA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7542C-C27D-0F52-0E14-E3FE2792CD5E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1A8D7-C123-11B0-3182-F967F8236C23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8031E-AD24-AAEC-D79A-9381492509D5}"/>
              </a:ext>
            </a:extLst>
          </p:cNvPr>
          <p:cNvSpPr txBox="1"/>
          <p:nvPr/>
        </p:nvSpPr>
        <p:spPr>
          <a:xfrm>
            <a:off x="9448321" y="1025674"/>
            <a:ext cx="864339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x: 3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y: 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5B7F24-CEBA-2214-CB92-B101EA74408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115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83132C-DE09-CAC1-BC6B-E811021DB73C}"/>
              </a:ext>
            </a:extLst>
          </p:cNvPr>
          <p:cNvSpPr/>
          <p:nvPr/>
        </p:nvSpPr>
        <p:spPr>
          <a:xfrm>
            <a:off x="3637721" y="2222115"/>
            <a:ext cx="1063487" cy="759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E0FAE-2259-4D93-2652-58532FCD8D32}"/>
              </a:ext>
            </a:extLst>
          </p:cNvPr>
          <p:cNvSpPr txBox="1"/>
          <p:nvPr/>
        </p:nvSpPr>
        <p:spPr>
          <a:xfrm>
            <a:off x="5935299" y="2335408"/>
            <a:ext cx="299830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To access values in the object, first de-reference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US" dirty="0">
                <a:cs typeface="Consolas" panose="020B0609020204030204" pitchFamily="49" charset="0"/>
              </a:rPr>
              <a:t>, i.e. write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, and then use dot-notation.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0C6BB7-8A05-54C7-996C-828D1A778E06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4701208" y="2601927"/>
            <a:ext cx="1234091" cy="333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62A18D-FE6A-2FD5-B1B0-C4D2F97CBB27}"/>
              </a:ext>
            </a:extLst>
          </p:cNvPr>
          <p:cNvSpPr txBox="1"/>
          <p:nvPr/>
        </p:nvSpPr>
        <p:spPr>
          <a:xfrm>
            <a:off x="9448321" y="1873743"/>
            <a:ext cx="864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D715D2-F72C-21D8-A61D-DDF3F7A6C9B4}"/>
              </a:ext>
            </a:extLst>
          </p:cNvPr>
          <p:cNvSpPr txBox="1"/>
          <p:nvPr/>
        </p:nvSpPr>
        <p:spPr>
          <a:xfrm>
            <a:off x="2791237" y="3549493"/>
            <a:ext cx="243840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Brackets are necessary around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  <a:r>
              <a:rPr lang="en-US" dirty="0">
                <a:cs typeface="Consolas" panose="020B0609020204030204" pitchFamily="49" charset="0"/>
              </a:rPr>
              <a:t> to make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cs typeface="Consolas" panose="020B0609020204030204" pitchFamily="49" charset="0"/>
              </a:rPr>
              <a:t> apply first.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B1A455-29D4-461A-EBD9-576366647722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3776870" y="2958656"/>
            <a:ext cx="233568" cy="59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AF41CC-DF2A-2242-3B78-083E7EE629E4}"/>
              </a:ext>
            </a:extLst>
          </p:cNvPr>
          <p:cNvCxnSpPr>
            <a:cxnSpLocks/>
          </p:cNvCxnSpPr>
          <p:nvPr/>
        </p:nvCxnSpPr>
        <p:spPr>
          <a:xfrm flipV="1">
            <a:off x="4010438" y="2935572"/>
            <a:ext cx="159025" cy="600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1786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90BA5-DAE1-85E9-074F-AF1BF9B3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8132-4879-041D-6484-F9BC9DF39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6D7FC-BC12-5515-B96B-8A758382F207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(*p).x;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(*p).y;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p-&gt;x;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p-&gt;y;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82034-0045-B1E7-1E71-CA68842D5363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1E66F-08D5-C6C8-DDCA-2E6E3D139A22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1B9E0-679B-E8C6-C786-65C793013188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B9D73-AFF0-0900-A56E-8FCEFB7050FF}"/>
              </a:ext>
            </a:extLst>
          </p:cNvPr>
          <p:cNvSpPr txBox="1"/>
          <p:nvPr/>
        </p:nvSpPr>
        <p:spPr>
          <a:xfrm>
            <a:off x="9448321" y="1025674"/>
            <a:ext cx="137409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x: 3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p-&gt;x</a:t>
            </a:r>
          </a:p>
          <a:p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y: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08F79E-24C9-A4FF-B825-62F4A316B18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434451" y="1325563"/>
            <a:ext cx="2013870" cy="66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5237CF4-4455-AC0E-C8A3-4DBB890BDAC5}"/>
              </a:ext>
            </a:extLst>
          </p:cNvPr>
          <p:cNvSpPr/>
          <p:nvPr/>
        </p:nvSpPr>
        <p:spPr>
          <a:xfrm>
            <a:off x="3597966" y="3316493"/>
            <a:ext cx="775252" cy="808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CA783-BE75-992A-66D4-B43F20DA60DA}"/>
              </a:ext>
            </a:extLst>
          </p:cNvPr>
          <p:cNvSpPr txBox="1"/>
          <p:nvPr/>
        </p:nvSpPr>
        <p:spPr>
          <a:xfrm>
            <a:off x="5766354" y="3397450"/>
            <a:ext cx="29983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Pointers to structs often use this shorthand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dirty="0">
                <a:cs typeface="Consolas" panose="020B0609020204030204" pitchFamily="49" charset="0"/>
              </a:rPr>
              <a:t> notation.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969B38-F117-44AE-40D8-FDBCEE7D7AFF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4373218" y="3720616"/>
            <a:ext cx="13931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A79DAD-11A2-2D87-83F2-78CE3DC9BE8B}"/>
              </a:ext>
            </a:extLst>
          </p:cNvPr>
          <p:cNvSpPr txBox="1"/>
          <p:nvPr/>
        </p:nvSpPr>
        <p:spPr>
          <a:xfrm>
            <a:off x="9448321" y="2987748"/>
            <a:ext cx="137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4645702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1FBC2-79EB-EB77-DB65-85055B2E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F664-9B90-3B70-400B-CF626F4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09052" cy="1325563"/>
          </a:xfrm>
        </p:spPr>
        <p:txBody>
          <a:bodyPr/>
          <a:lstStyle/>
          <a:p>
            <a:r>
              <a:rPr lang="en-US" dirty="0"/>
              <a:t>Pointers to structs (and 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A5DB6-7FBA-547C-AF28-72E0D410D799}"/>
              </a:ext>
            </a:extLst>
          </p:cNvPr>
          <p:cNvSpPr txBox="1"/>
          <p:nvPr/>
        </p:nvSpPr>
        <p:spPr>
          <a:xfrm>
            <a:off x="705678" y="1441173"/>
            <a:ext cx="477246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Point* p = new Point{3, 1};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(*p).x;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(*p).y;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p-&gt;x;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p-&gt;y;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p-&gt;x = 5;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p-&gt;y = 7;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"x: " &lt;&lt; p-&gt;x;</a:t>
            </a:r>
          </a:p>
          <a:p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"y: " &lt;&lt; p-&gt;y;</a:t>
            </a:r>
          </a:p>
          <a:p>
            <a:endParaRPr lang="en-CA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delete p;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03720-6726-1FF5-742D-0596C6495AB2}"/>
              </a:ext>
            </a:extLst>
          </p:cNvPr>
          <p:cNvSpPr txBox="1"/>
          <p:nvPr/>
        </p:nvSpPr>
        <p:spPr>
          <a:xfrm>
            <a:off x="6778487" y="384485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5E688-D465-4F47-9BA9-644BF34A4ACB}"/>
              </a:ext>
            </a:extLst>
          </p:cNvPr>
          <p:cNvSpPr txBox="1"/>
          <p:nvPr/>
        </p:nvSpPr>
        <p:spPr>
          <a:xfrm>
            <a:off x="9283148" y="387626"/>
            <a:ext cx="119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Free Store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DB503-0432-D4FA-3E53-3902640554C5}"/>
              </a:ext>
            </a:extLst>
          </p:cNvPr>
          <p:cNvSpPr/>
          <p:nvPr/>
        </p:nvSpPr>
        <p:spPr>
          <a:xfrm>
            <a:off x="705678" y="4404864"/>
            <a:ext cx="1649896" cy="753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99063-E8CF-D372-B576-222F8ABC99E0}"/>
              </a:ext>
            </a:extLst>
          </p:cNvPr>
          <p:cNvSpPr txBox="1"/>
          <p:nvPr/>
        </p:nvSpPr>
        <p:spPr>
          <a:xfrm>
            <a:off x="4257252" y="4167334"/>
            <a:ext cx="299830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dirty="0">
                <a:cs typeface="Consolas" panose="020B0609020204030204" pitchFamily="49" charset="0"/>
              </a:rPr>
              <a:t> notation works like regular dot notation, but with pointers to structs.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2DBC8F-EEB3-0409-7CDC-45EB20DB2E7C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2355574" y="4628999"/>
            <a:ext cx="1901678" cy="15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7E7A6A-1FCA-9C28-FC12-17036B81F411}"/>
              </a:ext>
            </a:extLst>
          </p:cNvPr>
          <p:cNvSpPr txBox="1"/>
          <p:nvPr/>
        </p:nvSpPr>
        <p:spPr>
          <a:xfrm>
            <a:off x="7076661" y="109473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542074-5DED-5420-5B16-3BE0AB8280B4}"/>
              </a:ext>
            </a:extLst>
          </p:cNvPr>
          <p:cNvSpPr txBox="1"/>
          <p:nvPr/>
        </p:nvSpPr>
        <p:spPr>
          <a:xfrm>
            <a:off x="9448321" y="1025674"/>
            <a:ext cx="137409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x: 3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p-&gt;x</a:t>
            </a:r>
          </a:p>
          <a:p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y: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p-&gt;y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3B1E58-88AC-43EB-D003-A29F6A614D94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7434451" y="1325563"/>
            <a:ext cx="2013870" cy="669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AA6123-C3B4-A0CA-6F8A-52932C51F769}"/>
              </a:ext>
            </a:extLst>
          </p:cNvPr>
          <p:cNvSpPr txBox="1"/>
          <p:nvPr/>
        </p:nvSpPr>
        <p:spPr>
          <a:xfrm>
            <a:off x="9448321" y="2987748"/>
            <a:ext cx="137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*p</a:t>
            </a:r>
          </a:p>
        </p:txBody>
      </p:sp>
    </p:spTree>
    <p:extLst>
      <p:ext uri="{BB962C8B-B14F-4D97-AF65-F5344CB8AC3E}">
        <p14:creationId xmlns:p14="http://schemas.microsoft.com/office/powerpoint/2010/main" val="171146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3394</TotalTime>
  <Words>6708</Words>
  <Application>Microsoft Macintosh PowerPoint</Application>
  <PresentationFormat>Widescreen</PresentationFormat>
  <Paragraphs>1506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9" baseType="lpstr">
      <vt:lpstr>Aptos</vt:lpstr>
      <vt:lpstr>Aptos Display</vt:lpstr>
      <vt:lpstr>Arial</vt:lpstr>
      <vt:lpstr>Consolas</vt:lpstr>
      <vt:lpstr>Office Theme</vt:lpstr>
      <vt:lpstr>Week 3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Pointers</vt:lpstr>
      <vt:lpstr>Pointers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C++ Three Memory Regions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Free Store Memory</vt:lpstr>
      <vt:lpstr>Pointer Problems</vt:lpstr>
      <vt:lpstr>Pointer Problems</vt:lpstr>
      <vt:lpstr>Pointer Problems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Arrays</vt:lpstr>
      <vt:lpstr>Null Pointers</vt:lpstr>
      <vt:lpstr>Null Pointers</vt:lpstr>
      <vt:lpstr>Null Pointers</vt:lpstr>
      <vt:lpstr>Pointers to structs (and classes)</vt:lpstr>
      <vt:lpstr>Pointers to structs (and classes)</vt:lpstr>
      <vt:lpstr>Pointers to structs (and classes)</vt:lpstr>
      <vt:lpstr>Pointers to structs (and classes)</vt:lpstr>
      <vt:lpstr>Pointers to structs (and classes)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2026-01-19T06:04:59Z</dcterms:modified>
</cp:coreProperties>
</file>